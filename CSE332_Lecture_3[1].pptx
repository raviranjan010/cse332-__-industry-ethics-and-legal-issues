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316" r:id="rId3"/>
    <p:sldId id="317" r:id="rId4"/>
    <p:sldId id="334" r:id="rId5"/>
    <p:sldId id="333" r:id="rId6"/>
    <p:sldId id="335" r:id="rId7"/>
    <p:sldId id="318" r:id="rId8"/>
    <p:sldId id="319" r:id="rId9"/>
    <p:sldId id="320" r:id="rId10"/>
    <p:sldId id="321" r:id="rId11"/>
    <p:sldId id="322" r:id="rId12"/>
    <p:sldId id="331" r:id="rId13"/>
    <p:sldId id="323" r:id="rId14"/>
    <p:sldId id="325" r:id="rId15"/>
    <p:sldId id="324" r:id="rId16"/>
    <p:sldId id="326" r:id="rId17"/>
    <p:sldId id="327" r:id="rId18"/>
    <p:sldId id="328" r:id="rId19"/>
    <p:sldId id="332" r:id="rId20"/>
    <p:sldId id="330" r:id="rId21"/>
    <p:sldId id="329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 monitoring can improve security but may violate privacy if not communicated. Organizations should have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clear privacy policies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obtain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 consent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restrict monitoring to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work-related activities only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Google's privacy policy explicitly informs employees of the type of data being monitored.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195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Explanation: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responsibility includes ensuring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data protection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through rigorous testing. The company must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notify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provide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compensation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implement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patches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Facebook's response to the Cambridge Analytica scandal involved revising its privacy policies.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17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pirated software violates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copyright laws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damages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 industry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 BSA investigates software piracy cases and encourages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of licensed software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through legal action and awareness campaigns.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Adobe's anti-piracy program encourages companies to use genuine software and reports piracy to BSA.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653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dirty="0">
              <a:solidFill>
                <a:srgbClr val="FF0000"/>
              </a:solidFill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Creating an ethical work environment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Ethical decision making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11357-3A0E-B52B-A420-95CCDB2FB27E}"/>
              </a:ext>
            </a:extLst>
          </p:cNvPr>
          <p:cNvSpPr txBox="1"/>
          <p:nvPr/>
        </p:nvSpPr>
        <p:spPr>
          <a:xfrm>
            <a:off x="1271464" y="2398462"/>
            <a:ext cx="7872536" cy="1468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company implements an employee monitoring system that tracks emails, internet usage, and office location without informing employees.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ethical implications of this practice.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Suggest measures to balance employee privacy and organizational security.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952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7B596D-1A39-2FCE-B0D1-7123A135766B}"/>
              </a:ext>
            </a:extLst>
          </p:cNvPr>
          <p:cNvSpPr txBox="1"/>
          <p:nvPr/>
        </p:nvSpPr>
        <p:spPr>
          <a:xfrm>
            <a:off x="1487488" y="2398462"/>
            <a:ext cx="7656512" cy="17647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software company releases a mobile app without adequate security testing. A data breach exposes user information.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the ethical responsibility of the company.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steps should the company take to regain customer trust?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98282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8C928-A8D9-F34A-9CFD-19748E315974}"/>
              </a:ext>
            </a:extLst>
          </p:cNvPr>
          <p:cNvSpPr txBox="1"/>
          <p:nvPr/>
        </p:nvSpPr>
        <p:spPr>
          <a:xfrm>
            <a:off x="839416" y="2204864"/>
            <a:ext cx="10513168" cy="18673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Copyright Violation and Software Piracy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</a:t>
            </a:r>
            <a:b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small software development company uses pirated versions of licensed design software to cut costs.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ethical and legal implications of this action.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How can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Software Alliance (BSA)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play a role in such situations?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8973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Employees must have a knowledgeable resource with whom they can discuss perceived unethical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                Creating an Ethical Work Environment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BAAE93-C34B-33CC-CD96-66D3CAB88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980728"/>
            <a:ext cx="10585176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3241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problem statement is a clear, concise description of the issue that needs to be addressed.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Answers-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do people observe that causes them to think there is a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28868"/>
            <a:ext cx="5167306" cy="42148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08" y="1357298"/>
            <a:ext cx="4643470" cy="64294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Poor problem statement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1752" y="1357298"/>
            <a:ext cx="5072098" cy="6429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Good</a:t>
            </a: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 problem statement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53190" y="2500306"/>
            <a:ext cx="5524490" cy="41434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is ideal to enlist the help of others, including stakeholders, to identify several alternative solutions to the problem.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will increase your chances of identifying a broad range of alternatives and determining the best solution.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as any negative criticism will tend to shut down the discussion, and the 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down the ideas as they are suggested.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an alternative is selected, it should be implemented in an </a:t>
            </a: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efficient, effective, and timely manner.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Why are we doing this?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the current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the benefits of the new way for you?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40716-6587-FE36-8F2E-725B21D66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1952549"/>
            <a:ext cx="7017111" cy="2952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52F50-39E2-0FA3-36CC-4ECFD444E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908720"/>
            <a:ext cx="11017224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5989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18004-335F-2B50-AC1E-AED52EC58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764704"/>
            <a:ext cx="10153127" cy="490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5131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Ethical behavior of IT professional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Common ethical issues for IT users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Supporting the ethical practices of IT users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601</Words>
  <Application>Microsoft Office PowerPoint</Application>
  <PresentationFormat>Widescreen</PresentationFormat>
  <Paragraphs>60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Jatinder Kaur</cp:lastModifiedBy>
  <cp:revision>17</cp:revision>
  <dcterms:modified xsi:type="dcterms:W3CDTF">2025-02-28T09:10:27Z</dcterms:modified>
</cp:coreProperties>
</file>