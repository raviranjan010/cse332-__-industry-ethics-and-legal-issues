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316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26" r:id="rId12"/>
    <p:sldId id="327" r:id="rId13"/>
    <p:sldId id="328" r:id="rId14"/>
    <p:sldId id="329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8" autoAdjust="0"/>
    <p:restoredTop sz="94660"/>
  </p:normalViewPr>
  <p:slideViewPr>
    <p:cSldViewPr>
      <p:cViewPr varScale="1">
        <p:scale>
          <a:sx n="78" d="100"/>
          <a:sy n="78" d="100"/>
        </p:scale>
        <p:origin x="854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Box 1"/>
          <p:cNvSpPr txBox="1"/>
          <p:nvPr/>
        </p:nvSpPr>
        <p:spPr>
          <a:xfrm>
            <a:off x="1842770" y="770255"/>
            <a:ext cx="7865110" cy="2585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5400" b="1">
                <a:solidFill>
                  <a:srgbClr val="10253F"/>
                </a:solidFill>
                <a:latin typeface="Berlin Sans FB Demi"/>
                <a:ea typeface="Berlin Sans FB Demi"/>
                <a:cs typeface="Berlin Sans FB Demi"/>
                <a:sym typeface="Berlin Sans FB Demi"/>
              </a:defRPr>
            </a:pPr>
            <a:r>
              <a:rPr lang="en-US" dirty="0"/>
              <a:t>CSE332</a:t>
            </a:r>
            <a:br>
              <a:rPr/>
            </a:br>
            <a:r>
              <a:rPr lang="en-US" dirty="0"/>
              <a:t>INDUSTRY ETHICS AND LEGAL ISSUES</a:t>
            </a:r>
            <a:endParaRPr/>
          </a:p>
        </p:txBody>
      </p:sp>
      <p:sp>
        <p:nvSpPr>
          <p:cNvPr id="106" name="Line 3"/>
          <p:cNvSpPr/>
          <p:nvPr/>
        </p:nvSpPr>
        <p:spPr>
          <a:xfrm>
            <a:off x="2566989" y="3789364"/>
            <a:ext cx="7058025" cy="1587"/>
          </a:xfrm>
          <a:prstGeom prst="line">
            <a:avLst/>
          </a:prstGeom>
          <a:ln w="38160">
            <a:solidFill>
              <a:srgbClr val="F79646"/>
            </a:solidFill>
            <a:miter/>
          </a:ln>
          <a:effectLst>
            <a:outerShdw dist="23040" dir="5400000" rotWithShape="0">
              <a:srgbClr val="000000">
                <a:alpha val="35036"/>
              </a:srgbClr>
            </a:outerShdw>
          </a:effectLst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400" b="1" dirty="0">
              <a:solidFill>
                <a:srgbClr val="FF0000"/>
              </a:solidFill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- Creating an ethical work environment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</a:b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- Ethical decision making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</a:br>
            <a:endParaRPr kumimoji="0" lang="en-GB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8348" y="642918"/>
            <a:ext cx="83582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dirty="0">
                <a:solidFill>
                  <a:schemeClr val="accent6"/>
                </a:solidFill>
                <a:cs typeface="Arial" charset="0"/>
              </a:rPr>
              <a:t>Creating an Ethical Work Environment </a:t>
            </a:r>
          </a:p>
        </p:txBody>
      </p:sp>
      <p:pic>
        <p:nvPicPr>
          <p:cNvPr id="3" name="Picture 2" descr="C:\Users\pc\Desktop\Lpu CSE332\professional-and-ethical-issues-and-responsibilities-29-6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121920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12" y="1357298"/>
            <a:ext cx="1078713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4000" dirty="0">
              <a:latin typeface="Times New Roman" pitchFamily="18" charset="0"/>
              <a:cs typeface="Times New Roman" pitchFamily="18" charset="0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Employees must have knowledgeable resource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To discuss the perceived unethical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3400"/>
            <a:ext cx="10596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chemeClr val="accent6"/>
                </a:solidFill>
              </a:rPr>
              <a:t>                Creating an Ethical Work Environment 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09800"/>
            <a:ext cx="1219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0" y="1428736"/>
            <a:ext cx="116919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Manager’s checklist for establishing an ethical work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36" y="533400"/>
            <a:ext cx="10287072" cy="7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chemeClr val="accent6"/>
                </a:solidFill>
              </a:rPr>
              <a:t>Creating an Ethical Work Environment 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Lpu CSE332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500306"/>
            <a:ext cx="11811040" cy="43576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228600"/>
            <a:ext cx="10639460" cy="11890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DECISION</a:t>
            </a: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 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Lpu CSE332\hand-writing-decision-making-process-whiteboard-male-business-ooda-loop-observe-orient-decide-act-black-felt-tip-marker-4015091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11953916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928670"/>
            <a:ext cx="11068088" cy="7143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DECISION MAKING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9522" y="2071678"/>
            <a:ext cx="11358642" cy="4643470"/>
          </a:xfrm>
          <a:prstGeom prst="rect">
            <a:avLst/>
          </a:prstGeom>
          <a:noFill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95274" y="642918"/>
            <a:ext cx="11072890" cy="11890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INCLUDING ETHICAL CONSIDERATIONS IN DECISION MAKING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628650" y="1468438"/>
            <a:ext cx="10968076" cy="5189537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Clear</a:t>
            </a:r>
            <a:r>
              <a:rPr lang="en-IN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and c</a:t>
            </a:r>
            <a:r>
              <a:rPr kumimoji="0" lang="en-I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oncise</a:t>
            </a:r>
            <a:r>
              <a:rPr kumimoji="0" lang="en-I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description of</a:t>
            </a:r>
            <a:r>
              <a:rPr kumimoji="0" lang="en-IN" sz="32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issue to be addressed.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Who is directly affected by the problem?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Is anyone else affected?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How often does the problem occur?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is the impact of the problem?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How serious is the problem?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523968" y="785794"/>
            <a:ext cx="9644130" cy="58259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DEVELOP  A  PROBLEM  STATEMENT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2357430"/>
            <a:ext cx="11210964" cy="4214842"/>
          </a:xfrm>
          <a:prstGeom prst="rect">
            <a:avLst/>
          </a:prstGeom>
        </p:spPr>
        <p:txBody>
          <a:bodyPr>
            <a:normAutofit fontScale="98125"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Include stakeholders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Brainstorming with others  increase chances of identifying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a broad range of alternatives and determining best solution</a:t>
            </a: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Try not to be critical of ideas,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lang="en-IN" sz="2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s negative criticism will shut down the discussion,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flow of ideas will dry up.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Simply write ideas as they suggested.</a:t>
            </a: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881158" y="92867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IDENTIFY ALTERNATIVES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2143116"/>
            <a:ext cx="11425278" cy="45005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095340" y="714356"/>
            <a:ext cx="1035851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EVALUATE AND CHOOSE AN ALTERNATIVE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>
            <a:spLocks/>
          </p:cNvSpPr>
          <p:nvPr/>
        </p:nvSpPr>
        <p:spPr>
          <a:xfrm>
            <a:off x="952464" y="642918"/>
            <a:ext cx="9929882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IMPLEMENT THE DECISION</a:t>
            </a:r>
          </a:p>
        </p:txBody>
      </p:sp>
      <p:sp>
        <p:nvSpPr>
          <p:cNvPr id="3" name="Content Placeholder 5"/>
          <p:cNvSpPr txBox="1">
            <a:spLocks/>
          </p:cNvSpPr>
          <p:nvPr/>
        </p:nvSpPr>
        <p:spPr>
          <a:xfrm>
            <a:off x="457200" y="1600200"/>
            <a:ext cx="10925212" cy="4525963"/>
          </a:xfrm>
          <a:prstGeom prst="rect">
            <a:avLst/>
          </a:prstGeom>
        </p:spPr>
        <p:txBody>
          <a:bodyPr>
            <a:normAutofit fontScale="96250"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IN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Once alternative is selected, implement it in</a:t>
            </a:r>
            <a:endParaRPr kumimoji="0" lang="en-IN" sz="4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  <a:p>
            <a:pPr marL="571500" marR="0" lvl="0" indent="-5715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effective</a:t>
            </a:r>
          </a:p>
          <a:p>
            <a:pPr marL="571500" indent="-571500" algn="just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IN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efficient</a:t>
            </a:r>
          </a:p>
          <a:p>
            <a:pPr marL="571500" marR="0" lvl="0" indent="-5715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4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timely manner.</a:t>
            </a:r>
            <a:endParaRPr kumimoji="0" lang="en-IN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is wrong with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r>
              <a:rPr kumimoji="0" lang="en-IN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way we do things?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What are benefits of new way for you?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523968" y="100010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EVALUATE THE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38084" y="3105835"/>
            <a:ext cx="1178727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/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Were the success criteria fully met?</a:t>
            </a:r>
          </a:p>
          <a:p>
            <a:pPr lvl="1" algn="just" eaLnBrk="1" hangingPunct="1"/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 Were there any unintended consequences?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071679"/>
            <a:ext cx="73342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Next Topics:</a:t>
            </a:r>
          </a:p>
          <a:p>
            <a:pPr lvl="1" algn="just" eaLnBrk="1" hangingPunct="1"/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Ethics in Information Technology</a:t>
            </a:r>
          </a:p>
          <a:p>
            <a:pPr lvl="1" algn="just" eaLnBrk="1" hangingPunct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Ethical behavior of IT professional</a:t>
            </a:r>
          </a:p>
          <a:p>
            <a:pPr lvl="1" algn="just" eaLnBrk="1" hangingPunct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Common ethical issues for IT users</a:t>
            </a:r>
          </a:p>
          <a:p>
            <a:pPr lvl="1" algn="just" eaLnBrk="1" hangingPunct="1"/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Supporting the ethical practices of IT users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/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250</Words>
  <Application>Microsoft Office PowerPoint</Application>
  <PresentationFormat>Widescreen</PresentationFormat>
  <Paragraphs>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12</cp:revision>
  <dcterms:modified xsi:type="dcterms:W3CDTF">2025-02-24T05:03:01Z</dcterms:modified>
</cp:coreProperties>
</file>