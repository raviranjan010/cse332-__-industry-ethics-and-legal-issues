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heme/themeOverride1.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296" r:id="rId2"/>
    <p:sldId id="295" r:id="rId3"/>
    <p:sldId id="3854" r:id="rId4"/>
    <p:sldId id="3855" r:id="rId5"/>
    <p:sldId id="259" r:id="rId6"/>
    <p:sldId id="260" r:id="rId7"/>
    <p:sldId id="261" r:id="rId8"/>
    <p:sldId id="262" r:id="rId9"/>
    <p:sldId id="294" r:id="rId10"/>
    <p:sldId id="3860" r:id="rId11"/>
    <p:sldId id="271" r:id="rId12"/>
    <p:sldId id="3870" r:id="rId13"/>
    <p:sldId id="268" r:id="rId14"/>
    <p:sldId id="269" r:id="rId15"/>
    <p:sldId id="3858" r:id="rId16"/>
    <p:sldId id="3862" r:id="rId17"/>
    <p:sldId id="257" r:id="rId18"/>
    <p:sldId id="287" r:id="rId19"/>
    <p:sldId id="288" r:id="rId20"/>
    <p:sldId id="289" r:id="rId21"/>
    <p:sldId id="3871" r:id="rId22"/>
    <p:sldId id="3873" r:id="rId23"/>
    <p:sldId id="3872" r:id="rId24"/>
    <p:sldId id="3874" r:id="rId25"/>
    <p:sldId id="3875" r:id="rId26"/>
    <p:sldId id="3876" r:id="rId27"/>
    <p:sldId id="3877" r:id="rId28"/>
    <p:sldId id="3878" r:id="rId29"/>
    <p:sldId id="3879" r:id="rId30"/>
    <p:sldId id="3880" r:id="rId31"/>
    <p:sldId id="3881" r:id="rId32"/>
    <p:sldId id="3882" r:id="rId33"/>
    <p:sldId id="3883" r:id="rId34"/>
    <p:sldId id="3884" r:id="rId35"/>
    <p:sldId id="3885" r:id="rId36"/>
    <p:sldId id="3886" r:id="rId37"/>
    <p:sldId id="3887" r:id="rId38"/>
    <p:sldId id="3888" r:id="rId39"/>
    <p:sldId id="3889" r:id="rId40"/>
    <p:sldId id="3890" r:id="rId41"/>
    <p:sldId id="3891" r:id="rId42"/>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66B470-53DF-43A0-9200-B30CB3B5A56C}" v="15" dt="2026-01-26T13:47:14.17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65621" autoAdjust="0"/>
  </p:normalViewPr>
  <p:slideViewPr>
    <p:cSldViewPr>
      <p:cViewPr>
        <p:scale>
          <a:sx n="50" d="100"/>
          <a:sy n="50" d="100"/>
        </p:scale>
        <p:origin x="2386" y="125"/>
      </p:cViewPr>
      <p:guideLst>
        <p:guide orient="horz" pos="2880"/>
        <p:guide pos="2160"/>
      </p:guideLst>
    </p:cSldViewPr>
  </p:slideViewPr>
  <p:outlineViewPr>
    <p:cViewPr>
      <p:scale>
        <a:sx n="33" d="100"/>
        <a:sy n="33" d="100"/>
      </p:scale>
      <p:origin x="0" y="4368"/>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khwinder kaur" userId="d3f369b739b069bf" providerId="LiveId" clId="{BC5E9032-1AC9-437F-902C-CEB2741654E6}"/>
    <pc:docChg chg="undo custSel delSld modSld sldOrd">
      <pc:chgData name="sukhwinder kaur" userId="d3f369b739b069bf" providerId="LiveId" clId="{BC5E9032-1AC9-437F-902C-CEB2741654E6}" dt="2026-01-26T13:42:29.149" v="137" actId="20577"/>
      <pc:docMkLst>
        <pc:docMk/>
      </pc:docMkLst>
      <pc:sldChg chg="modSp mod">
        <pc:chgData name="sukhwinder kaur" userId="d3f369b739b069bf" providerId="LiveId" clId="{BC5E9032-1AC9-437F-902C-CEB2741654E6}" dt="2026-01-16T07:43:59.636" v="46" actId="113"/>
        <pc:sldMkLst>
          <pc:docMk/>
          <pc:sldMk cId="2757425017" sldId="257"/>
        </pc:sldMkLst>
        <pc:spChg chg="mod">
          <ac:chgData name="sukhwinder kaur" userId="d3f369b739b069bf" providerId="LiveId" clId="{BC5E9032-1AC9-437F-902C-CEB2741654E6}" dt="2026-01-16T07:43:59.636" v="46" actId="113"/>
          <ac:spMkLst>
            <pc:docMk/>
            <pc:sldMk cId="2757425017" sldId="257"/>
            <ac:spMk id="3" creationId="{00000000-0000-0000-0000-000000000000}"/>
          </ac:spMkLst>
        </pc:spChg>
        <pc:spChg chg="mod">
          <ac:chgData name="sukhwinder kaur" userId="d3f369b739b069bf" providerId="LiveId" clId="{BC5E9032-1AC9-437F-902C-CEB2741654E6}" dt="2026-01-16T07:43:50.644" v="45" actId="1076"/>
          <ac:spMkLst>
            <pc:docMk/>
            <pc:sldMk cId="2757425017" sldId="257"/>
            <ac:spMk id="9" creationId="{20387987-F894-02B4-7BA5-1C5563418540}"/>
          </ac:spMkLst>
        </pc:spChg>
      </pc:sldChg>
      <pc:sldChg chg="modSp mod ord modNotes">
        <pc:chgData name="sukhwinder kaur" userId="d3f369b739b069bf" providerId="LiveId" clId="{BC5E9032-1AC9-437F-902C-CEB2741654E6}" dt="2026-01-26T13:37:38.945" v="131" actId="27636"/>
        <pc:sldMkLst>
          <pc:docMk/>
          <pc:sldMk cId="0" sldId="259"/>
        </pc:sldMkLst>
        <pc:spChg chg="mod">
          <ac:chgData name="sukhwinder kaur" userId="d3f369b739b069bf" providerId="LiveId" clId="{BC5E9032-1AC9-437F-902C-CEB2741654E6}" dt="2026-01-16T07:40:17.421" v="11" actId="1076"/>
          <ac:spMkLst>
            <pc:docMk/>
            <pc:sldMk cId="0" sldId="259"/>
            <ac:spMk id="2" creationId="{00000000-0000-0000-0000-000000000000}"/>
          </ac:spMkLst>
        </pc:spChg>
        <pc:spChg chg="mod">
          <ac:chgData name="sukhwinder kaur" userId="d3f369b739b069bf" providerId="LiveId" clId="{BC5E9032-1AC9-437F-902C-CEB2741654E6}" dt="2026-01-16T07:56:33.351" v="97" actId="20577"/>
          <ac:spMkLst>
            <pc:docMk/>
            <pc:sldMk cId="0" sldId="259"/>
            <ac:spMk id="3" creationId="{00000000-0000-0000-0000-000000000000}"/>
          </ac:spMkLst>
        </pc:spChg>
      </pc:sldChg>
      <pc:sldChg chg="modSp mod">
        <pc:chgData name="sukhwinder kaur" userId="d3f369b739b069bf" providerId="LiveId" clId="{BC5E9032-1AC9-437F-902C-CEB2741654E6}" dt="2026-01-16T07:57:11.824" v="99" actId="1076"/>
        <pc:sldMkLst>
          <pc:docMk/>
          <pc:sldMk cId="0" sldId="260"/>
        </pc:sldMkLst>
        <pc:spChg chg="mod">
          <ac:chgData name="sukhwinder kaur" userId="d3f369b739b069bf" providerId="LiveId" clId="{BC5E9032-1AC9-437F-902C-CEB2741654E6}" dt="2026-01-16T07:56:11.907" v="85" actId="1076"/>
          <ac:spMkLst>
            <pc:docMk/>
            <pc:sldMk cId="0" sldId="260"/>
            <ac:spMk id="2" creationId="{00000000-0000-0000-0000-000000000000}"/>
          </ac:spMkLst>
        </pc:spChg>
        <pc:spChg chg="mod">
          <ac:chgData name="sukhwinder kaur" userId="d3f369b739b069bf" providerId="LiveId" clId="{BC5E9032-1AC9-437F-902C-CEB2741654E6}" dt="2026-01-16T07:57:11.824" v="99" actId="1076"/>
          <ac:spMkLst>
            <pc:docMk/>
            <pc:sldMk cId="0" sldId="260"/>
            <ac:spMk id="3" creationId="{00000000-0000-0000-0000-000000000000}"/>
          </ac:spMkLst>
        </pc:spChg>
      </pc:sldChg>
      <pc:sldChg chg="modSp mod">
        <pc:chgData name="sukhwinder kaur" userId="d3f369b739b069bf" providerId="LiveId" clId="{BC5E9032-1AC9-437F-902C-CEB2741654E6}" dt="2026-01-16T07:57:31.744" v="101" actId="1076"/>
        <pc:sldMkLst>
          <pc:docMk/>
          <pc:sldMk cId="0" sldId="261"/>
        </pc:sldMkLst>
        <pc:spChg chg="mod">
          <ac:chgData name="sukhwinder kaur" userId="d3f369b739b069bf" providerId="LiveId" clId="{BC5E9032-1AC9-437F-902C-CEB2741654E6}" dt="2026-01-16T07:40:30.979" v="12" actId="1076"/>
          <ac:spMkLst>
            <pc:docMk/>
            <pc:sldMk cId="0" sldId="261"/>
            <ac:spMk id="2" creationId="{00000000-0000-0000-0000-000000000000}"/>
          </ac:spMkLst>
        </pc:spChg>
        <pc:spChg chg="mod">
          <ac:chgData name="sukhwinder kaur" userId="d3f369b739b069bf" providerId="LiveId" clId="{BC5E9032-1AC9-437F-902C-CEB2741654E6}" dt="2026-01-16T07:57:31.744" v="101" actId="1076"/>
          <ac:spMkLst>
            <pc:docMk/>
            <pc:sldMk cId="0" sldId="261"/>
            <ac:spMk id="3" creationId="{00000000-0000-0000-0000-000000000000}"/>
          </ac:spMkLst>
        </pc:spChg>
      </pc:sldChg>
      <pc:sldChg chg="modSp mod">
        <pc:chgData name="sukhwinder kaur" userId="d3f369b739b069bf" providerId="LiveId" clId="{BC5E9032-1AC9-437F-902C-CEB2741654E6}" dt="2026-01-16T07:56:58.721" v="98" actId="1076"/>
        <pc:sldMkLst>
          <pc:docMk/>
          <pc:sldMk cId="0" sldId="262"/>
        </pc:sldMkLst>
        <pc:spChg chg="mod">
          <ac:chgData name="sukhwinder kaur" userId="d3f369b739b069bf" providerId="LiveId" clId="{BC5E9032-1AC9-437F-902C-CEB2741654E6}" dt="2026-01-16T07:40:38.858" v="13" actId="1076"/>
          <ac:spMkLst>
            <pc:docMk/>
            <pc:sldMk cId="0" sldId="262"/>
            <ac:spMk id="2" creationId="{00000000-0000-0000-0000-000000000000}"/>
          </ac:spMkLst>
        </pc:spChg>
        <pc:spChg chg="mod">
          <ac:chgData name="sukhwinder kaur" userId="d3f369b739b069bf" providerId="LiveId" clId="{BC5E9032-1AC9-437F-902C-CEB2741654E6}" dt="2026-01-16T07:56:58.721" v="98" actId="1076"/>
          <ac:spMkLst>
            <pc:docMk/>
            <pc:sldMk cId="0" sldId="262"/>
            <ac:spMk id="3" creationId="{00000000-0000-0000-0000-000000000000}"/>
          </ac:spMkLst>
        </pc:spChg>
      </pc:sldChg>
      <pc:sldChg chg="addSp modSp mod">
        <pc:chgData name="sukhwinder kaur" userId="d3f369b739b069bf" providerId="LiveId" clId="{BC5E9032-1AC9-437F-902C-CEB2741654E6}" dt="2026-01-16T07:59:34.166" v="127" actId="11529"/>
        <pc:sldMkLst>
          <pc:docMk/>
          <pc:sldMk cId="0" sldId="268"/>
        </pc:sldMkLst>
        <pc:spChg chg="mod">
          <ac:chgData name="sukhwinder kaur" userId="d3f369b739b069bf" providerId="LiveId" clId="{BC5E9032-1AC9-437F-902C-CEB2741654E6}" dt="2026-01-16T07:42:07.732" v="32" actId="1076"/>
          <ac:spMkLst>
            <pc:docMk/>
            <pc:sldMk cId="0" sldId="268"/>
            <ac:spMk id="2" creationId="{00000000-0000-0000-0000-000000000000}"/>
          </ac:spMkLst>
        </pc:spChg>
        <pc:spChg chg="mod">
          <ac:chgData name="sukhwinder kaur" userId="d3f369b739b069bf" providerId="LiveId" clId="{BC5E9032-1AC9-437F-902C-CEB2741654E6}" dt="2026-01-16T07:41:32.648" v="23" actId="20577"/>
          <ac:spMkLst>
            <pc:docMk/>
            <pc:sldMk cId="0" sldId="268"/>
            <ac:spMk id="3" creationId="{00000000-0000-0000-0000-000000000000}"/>
          </ac:spMkLst>
        </pc:spChg>
        <pc:spChg chg="mod">
          <ac:chgData name="sukhwinder kaur" userId="d3f369b739b069bf" providerId="LiveId" clId="{BC5E9032-1AC9-437F-902C-CEB2741654E6}" dt="2026-01-16T07:41:48.786" v="31" actId="20577"/>
          <ac:spMkLst>
            <pc:docMk/>
            <pc:sldMk cId="0" sldId="268"/>
            <ac:spMk id="5" creationId="{00000000-0000-0000-0000-000000000000}"/>
          </ac:spMkLst>
        </pc:spChg>
        <pc:cxnChg chg="add">
          <ac:chgData name="sukhwinder kaur" userId="d3f369b739b069bf" providerId="LiveId" clId="{BC5E9032-1AC9-437F-902C-CEB2741654E6}" dt="2026-01-16T07:59:34.166" v="127" actId="11529"/>
          <ac:cxnSpMkLst>
            <pc:docMk/>
            <pc:sldMk cId="0" sldId="268"/>
            <ac:cxnSpMk id="7" creationId="{E5DA870B-38E2-2BD3-B22F-B59CDC91B3AE}"/>
          </ac:cxnSpMkLst>
        </pc:cxnChg>
      </pc:sldChg>
      <pc:sldChg chg="modSp mod">
        <pc:chgData name="sukhwinder kaur" userId="d3f369b739b069bf" providerId="LiveId" clId="{BC5E9032-1AC9-437F-902C-CEB2741654E6}" dt="2026-01-16T07:42:15.381" v="33" actId="1076"/>
        <pc:sldMkLst>
          <pc:docMk/>
          <pc:sldMk cId="0" sldId="269"/>
        </pc:sldMkLst>
        <pc:spChg chg="mod">
          <ac:chgData name="sukhwinder kaur" userId="d3f369b739b069bf" providerId="LiveId" clId="{BC5E9032-1AC9-437F-902C-CEB2741654E6}" dt="2026-01-16T07:42:15.381" v="33" actId="1076"/>
          <ac:spMkLst>
            <pc:docMk/>
            <pc:sldMk cId="0" sldId="269"/>
            <ac:spMk id="2" creationId="{00000000-0000-0000-0000-000000000000}"/>
          </ac:spMkLst>
        </pc:spChg>
      </pc:sldChg>
      <pc:sldChg chg="modSp mod modNotes">
        <pc:chgData name="sukhwinder kaur" userId="d3f369b739b069bf" providerId="LiveId" clId="{BC5E9032-1AC9-437F-902C-CEB2741654E6}" dt="2026-01-26T13:40:16.438" v="134" actId="27636"/>
        <pc:sldMkLst>
          <pc:docMk/>
          <pc:sldMk cId="1633082151" sldId="271"/>
        </pc:sldMkLst>
        <pc:spChg chg="mod">
          <ac:chgData name="sukhwinder kaur" userId="d3f369b739b069bf" providerId="LiveId" clId="{BC5E9032-1AC9-437F-902C-CEB2741654E6}" dt="2026-01-16T07:40:53.970" v="14" actId="1076"/>
          <ac:spMkLst>
            <pc:docMk/>
            <pc:sldMk cId="1633082151" sldId="271"/>
            <ac:spMk id="2" creationId="{00000000-0000-0000-0000-000000000000}"/>
          </ac:spMkLst>
        </pc:spChg>
        <pc:spChg chg="mod">
          <ac:chgData name="sukhwinder kaur" userId="d3f369b739b069bf" providerId="LiveId" clId="{BC5E9032-1AC9-437F-902C-CEB2741654E6}" dt="2026-01-16T07:59:02.167" v="125" actId="1036"/>
          <ac:spMkLst>
            <pc:docMk/>
            <pc:sldMk cId="1633082151" sldId="271"/>
            <ac:spMk id="3" creationId="{00000000-0000-0000-0000-000000000000}"/>
          </ac:spMkLst>
        </pc:spChg>
      </pc:sldChg>
      <pc:sldChg chg="modSp mod">
        <pc:chgData name="sukhwinder kaur" userId="d3f369b739b069bf" providerId="LiveId" clId="{BC5E9032-1AC9-437F-902C-CEB2741654E6}" dt="2026-01-16T07:44:24.487" v="48" actId="1076"/>
        <pc:sldMkLst>
          <pc:docMk/>
          <pc:sldMk cId="0" sldId="287"/>
        </pc:sldMkLst>
        <pc:spChg chg="mod">
          <ac:chgData name="sukhwinder kaur" userId="d3f369b739b069bf" providerId="LiveId" clId="{BC5E9032-1AC9-437F-902C-CEB2741654E6}" dt="2026-01-16T07:44:15.925" v="47" actId="1076"/>
          <ac:spMkLst>
            <pc:docMk/>
            <pc:sldMk cId="0" sldId="287"/>
            <ac:spMk id="2" creationId="{00000000-0000-0000-0000-000000000000}"/>
          </ac:spMkLst>
        </pc:spChg>
        <pc:grpChg chg="mod">
          <ac:chgData name="sukhwinder kaur" userId="d3f369b739b069bf" providerId="LiveId" clId="{BC5E9032-1AC9-437F-902C-CEB2741654E6}" dt="2026-01-16T07:44:24.487" v="48" actId="1076"/>
          <ac:grpSpMkLst>
            <pc:docMk/>
            <pc:sldMk cId="0" sldId="287"/>
            <ac:grpSpMk id="4" creationId="{00000000-0000-0000-0000-000000000000}"/>
          </ac:grpSpMkLst>
        </pc:grpChg>
      </pc:sldChg>
      <pc:sldChg chg="modSp mod">
        <pc:chgData name="sukhwinder kaur" userId="d3f369b739b069bf" providerId="LiveId" clId="{BC5E9032-1AC9-437F-902C-CEB2741654E6}" dt="2026-01-16T07:45:07.023" v="53"/>
        <pc:sldMkLst>
          <pc:docMk/>
          <pc:sldMk cId="0" sldId="289"/>
        </pc:sldMkLst>
        <pc:spChg chg="mod">
          <ac:chgData name="sukhwinder kaur" userId="d3f369b739b069bf" providerId="LiveId" clId="{BC5E9032-1AC9-437F-902C-CEB2741654E6}" dt="2026-01-16T07:45:07.023" v="53"/>
          <ac:spMkLst>
            <pc:docMk/>
            <pc:sldMk cId="0" sldId="289"/>
            <ac:spMk id="2" creationId="{00000000-0000-0000-0000-000000000000}"/>
          </ac:spMkLst>
        </pc:spChg>
      </pc:sldChg>
      <pc:sldChg chg="modSp mod">
        <pc:chgData name="sukhwinder kaur" userId="d3f369b739b069bf" providerId="LiveId" clId="{BC5E9032-1AC9-437F-902C-CEB2741654E6}" dt="2026-01-16T07:57:55.027" v="105" actId="1076"/>
        <pc:sldMkLst>
          <pc:docMk/>
          <pc:sldMk cId="393838456" sldId="294"/>
        </pc:sldMkLst>
        <pc:spChg chg="mod">
          <ac:chgData name="sukhwinder kaur" userId="d3f369b739b069bf" providerId="LiveId" clId="{BC5E9032-1AC9-437F-902C-CEB2741654E6}" dt="2026-01-16T07:57:55.027" v="105" actId="1076"/>
          <ac:spMkLst>
            <pc:docMk/>
            <pc:sldMk cId="393838456" sldId="294"/>
            <ac:spMk id="3" creationId="{20DE5593-1CFE-B086-0DD0-49B4E5918BF4}"/>
          </ac:spMkLst>
        </pc:spChg>
      </pc:sldChg>
      <pc:sldChg chg="modSp mod">
        <pc:chgData name="sukhwinder kaur" userId="d3f369b739b069bf" providerId="LiveId" clId="{BC5E9032-1AC9-437F-902C-CEB2741654E6}" dt="2026-01-16T07:39:14.675" v="8" actId="20577"/>
        <pc:sldMkLst>
          <pc:docMk/>
          <pc:sldMk cId="485604180" sldId="295"/>
        </pc:sldMkLst>
        <pc:spChg chg="mod">
          <ac:chgData name="sukhwinder kaur" userId="d3f369b739b069bf" providerId="LiveId" clId="{BC5E9032-1AC9-437F-902C-CEB2741654E6}" dt="2026-01-16T07:39:14.675" v="8" actId="20577"/>
          <ac:spMkLst>
            <pc:docMk/>
            <pc:sldMk cId="485604180" sldId="295"/>
            <ac:spMk id="3" creationId="{95B76734-9448-3826-9BBC-E72D082F78DC}"/>
          </ac:spMkLst>
        </pc:spChg>
      </pc:sldChg>
      <pc:sldChg chg="modSp mod">
        <pc:chgData name="sukhwinder kaur" userId="d3f369b739b069bf" providerId="LiveId" clId="{BC5E9032-1AC9-437F-902C-CEB2741654E6}" dt="2026-01-16T07:39:06.481" v="6" actId="20577"/>
        <pc:sldMkLst>
          <pc:docMk/>
          <pc:sldMk cId="0" sldId="296"/>
        </pc:sldMkLst>
        <pc:spChg chg="mod">
          <ac:chgData name="sukhwinder kaur" userId="d3f369b739b069bf" providerId="LiveId" clId="{BC5E9032-1AC9-437F-902C-CEB2741654E6}" dt="2026-01-16T07:39:06.481" v="6" actId="20577"/>
          <ac:spMkLst>
            <pc:docMk/>
            <pc:sldMk cId="0" sldId="296"/>
            <ac:spMk id="3" creationId="{00000000-0000-0000-0000-000000000000}"/>
          </ac:spMkLst>
        </pc:spChg>
      </pc:sldChg>
      <pc:sldChg chg="addSp delSp modSp mod">
        <pc:chgData name="sukhwinder kaur" userId="d3f369b739b069bf" providerId="LiveId" clId="{BC5E9032-1AC9-437F-902C-CEB2741654E6}" dt="2026-01-26T13:38:24.146" v="133" actId="22"/>
        <pc:sldMkLst>
          <pc:docMk/>
          <pc:sldMk cId="0" sldId="3854"/>
        </pc:sldMkLst>
        <pc:spChg chg="add del">
          <ac:chgData name="sukhwinder kaur" userId="d3f369b739b069bf" providerId="LiveId" clId="{BC5E9032-1AC9-437F-902C-CEB2741654E6}" dt="2026-01-26T13:38:24.146" v="133" actId="22"/>
          <ac:spMkLst>
            <pc:docMk/>
            <pc:sldMk cId="0" sldId="3854"/>
            <ac:spMk id="3" creationId="{E8A456FC-3BF8-B9E7-6EEC-C2003A0196D4}"/>
          </ac:spMkLst>
        </pc:spChg>
        <pc:spChg chg="mod">
          <ac:chgData name="sukhwinder kaur" userId="d3f369b739b069bf" providerId="LiveId" clId="{BC5E9032-1AC9-437F-902C-CEB2741654E6}" dt="2026-01-16T07:39:37.293" v="9" actId="1076"/>
          <ac:spMkLst>
            <pc:docMk/>
            <pc:sldMk cId="0" sldId="3854"/>
            <ac:spMk id="15362" creationId="{8784B7CD-9718-9224-0FB5-A5D280E93B4E}"/>
          </ac:spMkLst>
        </pc:spChg>
      </pc:sldChg>
      <pc:sldChg chg="modSp mod">
        <pc:chgData name="sukhwinder kaur" userId="d3f369b739b069bf" providerId="LiveId" clId="{BC5E9032-1AC9-437F-902C-CEB2741654E6}" dt="2026-01-16T07:39:48.192" v="10" actId="1076"/>
        <pc:sldMkLst>
          <pc:docMk/>
          <pc:sldMk cId="0" sldId="3855"/>
        </pc:sldMkLst>
        <pc:spChg chg="mod">
          <ac:chgData name="sukhwinder kaur" userId="d3f369b739b069bf" providerId="LiveId" clId="{BC5E9032-1AC9-437F-902C-CEB2741654E6}" dt="2026-01-16T07:39:48.192" v="10" actId="1076"/>
          <ac:spMkLst>
            <pc:docMk/>
            <pc:sldMk cId="0" sldId="3855"/>
            <ac:spMk id="16386" creationId="{40433FED-B4C2-D1AE-D385-06F5AAA57137}"/>
          </ac:spMkLst>
        </pc:spChg>
      </pc:sldChg>
      <pc:sldChg chg="modSp mod modNotesTx">
        <pc:chgData name="sukhwinder kaur" userId="d3f369b739b069bf" providerId="LiveId" clId="{BC5E9032-1AC9-437F-902C-CEB2741654E6}" dt="2026-01-26T13:42:29.149" v="137" actId="20577"/>
        <pc:sldMkLst>
          <pc:docMk/>
          <pc:sldMk cId="0" sldId="3858"/>
        </pc:sldMkLst>
        <pc:spChg chg="mod">
          <ac:chgData name="sukhwinder kaur" userId="d3f369b739b069bf" providerId="LiveId" clId="{BC5E9032-1AC9-437F-902C-CEB2741654E6}" dt="2026-01-16T07:59:49.746" v="129" actId="20577"/>
          <ac:spMkLst>
            <pc:docMk/>
            <pc:sldMk cId="0" sldId="3858"/>
            <ac:spMk id="29698" creationId="{C39126E3-F1BD-8A34-C528-DFC5391FA1A6}"/>
          </ac:spMkLst>
        </pc:spChg>
        <pc:spChg chg="mod">
          <ac:chgData name="sukhwinder kaur" userId="d3f369b739b069bf" providerId="LiveId" clId="{BC5E9032-1AC9-437F-902C-CEB2741654E6}" dt="2026-01-16T07:59:47.946" v="128" actId="14100"/>
          <ac:spMkLst>
            <pc:docMk/>
            <pc:sldMk cId="0" sldId="3858"/>
            <ac:spMk id="29699" creationId="{1E952C85-0DD8-C4A9-D290-C9383FD899CF}"/>
          </ac:spMkLst>
        </pc:spChg>
      </pc:sldChg>
      <pc:sldChg chg="modSp mod">
        <pc:chgData name="sukhwinder kaur" userId="d3f369b739b069bf" providerId="LiveId" clId="{BC5E9032-1AC9-437F-902C-CEB2741654E6}" dt="2026-01-16T07:58:48.313" v="121" actId="20577"/>
        <pc:sldMkLst>
          <pc:docMk/>
          <pc:sldMk cId="0" sldId="3860"/>
        </pc:sldMkLst>
        <pc:spChg chg="mod">
          <ac:chgData name="sukhwinder kaur" userId="d3f369b739b069bf" providerId="LiveId" clId="{BC5E9032-1AC9-437F-902C-CEB2741654E6}" dt="2026-01-16T07:58:41.234" v="114" actId="14100"/>
          <ac:spMkLst>
            <pc:docMk/>
            <pc:sldMk cId="0" sldId="3860"/>
            <ac:spMk id="7" creationId="{9C04BA2C-B0FB-7A12-62F9-3732488F6B61}"/>
          </ac:spMkLst>
        </pc:spChg>
        <pc:spChg chg="mod">
          <ac:chgData name="sukhwinder kaur" userId="d3f369b739b069bf" providerId="LiveId" clId="{BC5E9032-1AC9-437F-902C-CEB2741654E6}" dt="2026-01-16T07:58:26.873" v="110" actId="1076"/>
          <ac:spMkLst>
            <pc:docMk/>
            <pc:sldMk cId="0" sldId="3860"/>
            <ac:spMk id="9" creationId="{1C7D8731-BB6E-0461-3B16-2533CCD52D94}"/>
          </ac:spMkLst>
        </pc:spChg>
        <pc:spChg chg="mod">
          <ac:chgData name="sukhwinder kaur" userId="d3f369b739b069bf" providerId="LiveId" clId="{BC5E9032-1AC9-437F-902C-CEB2741654E6}" dt="2026-01-16T07:58:48.313" v="121" actId="20577"/>
          <ac:spMkLst>
            <pc:docMk/>
            <pc:sldMk cId="0" sldId="3860"/>
            <ac:spMk id="23556" creationId="{5522E4DF-5297-0ABA-881B-B4A848A315AC}"/>
          </ac:spMkLst>
        </pc:spChg>
      </pc:sldChg>
      <pc:sldChg chg="modSp mod">
        <pc:chgData name="sukhwinder kaur" userId="d3f369b739b069bf" providerId="LiveId" clId="{BC5E9032-1AC9-437F-902C-CEB2741654E6}" dt="2026-01-16T07:43:24.442" v="41" actId="2710"/>
        <pc:sldMkLst>
          <pc:docMk/>
          <pc:sldMk cId="442935416" sldId="3862"/>
        </pc:sldMkLst>
        <pc:spChg chg="mod">
          <ac:chgData name="sukhwinder kaur" userId="d3f369b739b069bf" providerId="LiveId" clId="{BC5E9032-1AC9-437F-902C-CEB2741654E6}" dt="2026-01-16T07:43:03.768" v="37" actId="1076"/>
          <ac:spMkLst>
            <pc:docMk/>
            <pc:sldMk cId="442935416" sldId="3862"/>
            <ac:spMk id="2" creationId="{8FCC34F9-0B66-3455-B412-7F9EFF27ACBC}"/>
          </ac:spMkLst>
        </pc:spChg>
        <pc:spChg chg="mod">
          <ac:chgData name="sukhwinder kaur" userId="d3f369b739b069bf" providerId="LiveId" clId="{BC5E9032-1AC9-437F-902C-CEB2741654E6}" dt="2026-01-16T07:43:24.442" v="41" actId="2710"/>
          <ac:spMkLst>
            <pc:docMk/>
            <pc:sldMk cId="442935416" sldId="3862"/>
            <ac:spMk id="3" creationId="{EAC5F51C-891F-2A34-F81E-77FA0C3719E6}"/>
          </ac:spMkLst>
        </pc:spChg>
      </pc:sldChg>
      <pc:sldChg chg="modSp mod modNotes">
        <pc:chgData name="sukhwinder kaur" userId="d3f369b739b069bf" providerId="LiveId" clId="{BC5E9032-1AC9-437F-902C-CEB2741654E6}" dt="2026-01-26T13:40:43.948" v="135" actId="27636"/>
        <pc:sldMkLst>
          <pc:docMk/>
          <pc:sldMk cId="1633082151" sldId="3870"/>
        </pc:sldMkLst>
        <pc:spChg chg="mod">
          <ac:chgData name="sukhwinder kaur" userId="d3f369b739b069bf" providerId="LiveId" clId="{BC5E9032-1AC9-437F-902C-CEB2741654E6}" dt="2026-01-16T07:41:15.818" v="16" actId="1076"/>
          <ac:spMkLst>
            <pc:docMk/>
            <pc:sldMk cId="1633082151" sldId="3870"/>
            <ac:spMk id="2" creationId="{00000000-0000-0000-0000-000000000000}"/>
          </ac:spMkLst>
        </pc:spChg>
        <pc:spChg chg="mod">
          <ac:chgData name="sukhwinder kaur" userId="d3f369b739b069bf" providerId="LiveId" clId="{BC5E9032-1AC9-437F-902C-CEB2741654E6}" dt="2026-01-16T07:59:13.683" v="126" actId="1076"/>
          <ac:spMkLst>
            <pc:docMk/>
            <pc:sldMk cId="1633082151" sldId="3870"/>
            <ac:spMk id="3" creationId="{00000000-0000-0000-0000-000000000000}"/>
          </ac:spMkLst>
        </pc:spChg>
      </pc:sldChg>
      <pc:sldChg chg="modSp mod">
        <pc:chgData name="sukhwinder kaur" userId="d3f369b739b069bf" providerId="LiveId" clId="{BC5E9032-1AC9-437F-902C-CEB2741654E6}" dt="2026-01-16T07:45:33.533" v="54" actId="1076"/>
        <pc:sldMkLst>
          <pc:docMk/>
          <pc:sldMk cId="0" sldId="3871"/>
        </pc:sldMkLst>
        <pc:spChg chg="mod">
          <ac:chgData name="sukhwinder kaur" userId="d3f369b739b069bf" providerId="LiveId" clId="{BC5E9032-1AC9-437F-902C-CEB2741654E6}" dt="2026-01-16T07:45:33.533" v="54" actId="1076"/>
          <ac:spMkLst>
            <pc:docMk/>
            <pc:sldMk cId="0" sldId="3871"/>
            <ac:spMk id="2" creationId="{00000000-0000-0000-0000-000000000000}"/>
          </ac:spMkLst>
        </pc:spChg>
      </pc:sldChg>
      <pc:sldChg chg="modSp mod">
        <pc:chgData name="sukhwinder kaur" userId="d3f369b739b069bf" providerId="LiveId" clId="{BC5E9032-1AC9-437F-902C-CEB2741654E6}" dt="2026-01-16T07:45:45.818" v="55" actId="1076"/>
        <pc:sldMkLst>
          <pc:docMk/>
          <pc:sldMk cId="0" sldId="3872"/>
        </pc:sldMkLst>
        <pc:spChg chg="mod">
          <ac:chgData name="sukhwinder kaur" userId="d3f369b739b069bf" providerId="LiveId" clId="{BC5E9032-1AC9-437F-902C-CEB2741654E6}" dt="2026-01-16T07:45:45.818" v="55" actId="1076"/>
          <ac:spMkLst>
            <pc:docMk/>
            <pc:sldMk cId="0" sldId="3872"/>
            <ac:spMk id="2" creationId="{00000000-0000-0000-0000-000000000000}"/>
          </ac:spMkLst>
        </pc:spChg>
      </pc:sldChg>
      <pc:sldChg chg="modSp mod">
        <pc:chgData name="sukhwinder kaur" userId="d3f369b739b069bf" providerId="LiveId" clId="{BC5E9032-1AC9-437F-902C-CEB2741654E6}" dt="2026-01-16T07:45:55.388" v="56" actId="14100"/>
        <pc:sldMkLst>
          <pc:docMk/>
          <pc:sldMk cId="0" sldId="3874"/>
        </pc:sldMkLst>
        <pc:spChg chg="mod">
          <ac:chgData name="sukhwinder kaur" userId="d3f369b739b069bf" providerId="LiveId" clId="{BC5E9032-1AC9-437F-902C-CEB2741654E6}" dt="2026-01-16T07:45:55.388" v="56" actId="14100"/>
          <ac:spMkLst>
            <pc:docMk/>
            <pc:sldMk cId="0" sldId="3874"/>
            <ac:spMk id="2" creationId="{00000000-0000-0000-0000-000000000000}"/>
          </ac:spMkLst>
        </pc:spChg>
      </pc:sldChg>
      <pc:sldChg chg="modSp mod">
        <pc:chgData name="sukhwinder kaur" userId="d3f369b739b069bf" providerId="LiveId" clId="{BC5E9032-1AC9-437F-902C-CEB2741654E6}" dt="2026-01-16T07:47:49.378" v="72" actId="14100"/>
        <pc:sldMkLst>
          <pc:docMk/>
          <pc:sldMk cId="0" sldId="3877"/>
        </pc:sldMkLst>
        <pc:spChg chg="mod">
          <ac:chgData name="sukhwinder kaur" userId="d3f369b739b069bf" providerId="LiveId" clId="{BC5E9032-1AC9-437F-902C-CEB2741654E6}" dt="2026-01-16T07:46:26.493" v="60" actId="20577"/>
          <ac:spMkLst>
            <pc:docMk/>
            <pc:sldMk cId="0" sldId="3877"/>
            <ac:spMk id="2" creationId="{00000000-0000-0000-0000-000000000000}"/>
          </ac:spMkLst>
        </pc:spChg>
        <pc:picChg chg="mod">
          <ac:chgData name="sukhwinder kaur" userId="d3f369b739b069bf" providerId="LiveId" clId="{BC5E9032-1AC9-437F-902C-CEB2741654E6}" dt="2026-01-16T07:47:49.378" v="72" actId="14100"/>
          <ac:picMkLst>
            <pc:docMk/>
            <pc:sldMk cId="0" sldId="3877"/>
            <ac:picMk id="3" creationId="{00000000-0000-0000-0000-000000000000}"/>
          </ac:picMkLst>
        </pc:picChg>
      </pc:sldChg>
      <pc:sldChg chg="modSp mod">
        <pc:chgData name="sukhwinder kaur" userId="d3f369b739b069bf" providerId="LiveId" clId="{BC5E9032-1AC9-437F-902C-CEB2741654E6}" dt="2026-01-16T07:47:33.308" v="70" actId="14100"/>
        <pc:sldMkLst>
          <pc:docMk/>
          <pc:sldMk cId="0" sldId="3878"/>
        </pc:sldMkLst>
        <pc:spChg chg="mod">
          <ac:chgData name="sukhwinder kaur" userId="d3f369b739b069bf" providerId="LiveId" clId="{BC5E9032-1AC9-437F-902C-CEB2741654E6}" dt="2026-01-16T07:47:22.472" v="68" actId="1076"/>
          <ac:spMkLst>
            <pc:docMk/>
            <pc:sldMk cId="0" sldId="3878"/>
            <ac:spMk id="2" creationId="{00000000-0000-0000-0000-000000000000}"/>
          </ac:spMkLst>
        </pc:spChg>
        <pc:spChg chg="mod">
          <ac:chgData name="sukhwinder kaur" userId="d3f369b739b069bf" providerId="LiveId" clId="{BC5E9032-1AC9-437F-902C-CEB2741654E6}" dt="2026-01-16T07:47:02.397" v="65" actId="1076"/>
          <ac:spMkLst>
            <pc:docMk/>
            <pc:sldMk cId="0" sldId="3878"/>
            <ac:spMk id="4" creationId="{00000000-0000-0000-0000-000000000000}"/>
          </ac:spMkLst>
        </pc:spChg>
        <pc:grpChg chg="mod">
          <ac:chgData name="sukhwinder kaur" userId="d3f369b739b069bf" providerId="LiveId" clId="{BC5E9032-1AC9-437F-902C-CEB2741654E6}" dt="2026-01-16T07:47:05.016" v="66" actId="1076"/>
          <ac:grpSpMkLst>
            <pc:docMk/>
            <pc:sldMk cId="0" sldId="3878"/>
            <ac:grpSpMk id="5" creationId="{00000000-0000-0000-0000-000000000000}"/>
          </ac:grpSpMkLst>
        </pc:grpChg>
        <pc:picChg chg="mod">
          <ac:chgData name="sukhwinder kaur" userId="d3f369b739b069bf" providerId="LiveId" clId="{BC5E9032-1AC9-437F-902C-CEB2741654E6}" dt="2026-01-16T07:47:33.308" v="70" actId="14100"/>
          <ac:picMkLst>
            <pc:docMk/>
            <pc:sldMk cId="0" sldId="3878"/>
            <ac:picMk id="3" creationId="{00000000-0000-0000-0000-000000000000}"/>
          </ac:picMkLst>
        </pc:picChg>
      </pc:sldChg>
      <pc:sldChg chg="modSp mod">
        <pc:chgData name="sukhwinder kaur" userId="d3f369b739b069bf" providerId="LiveId" clId="{BC5E9032-1AC9-437F-902C-CEB2741654E6}" dt="2026-01-16T07:48:12.201" v="73" actId="1076"/>
        <pc:sldMkLst>
          <pc:docMk/>
          <pc:sldMk cId="0" sldId="3880"/>
        </pc:sldMkLst>
        <pc:spChg chg="mod">
          <ac:chgData name="sukhwinder kaur" userId="d3f369b739b069bf" providerId="LiveId" clId="{BC5E9032-1AC9-437F-902C-CEB2741654E6}" dt="2026-01-16T07:48:12.201" v="73" actId="1076"/>
          <ac:spMkLst>
            <pc:docMk/>
            <pc:sldMk cId="0" sldId="3880"/>
            <ac:spMk id="5" creationId="{00000000-0000-0000-0000-000000000000}"/>
          </ac:spMkLst>
        </pc:spChg>
      </pc:sldChg>
      <pc:sldChg chg="modSp mod">
        <pc:chgData name="sukhwinder kaur" userId="d3f369b739b069bf" providerId="LiveId" clId="{BC5E9032-1AC9-437F-902C-CEB2741654E6}" dt="2026-01-16T07:49:16.778" v="81" actId="1076"/>
        <pc:sldMkLst>
          <pc:docMk/>
          <pc:sldMk cId="0" sldId="3889"/>
        </pc:sldMkLst>
        <pc:spChg chg="mod">
          <ac:chgData name="sukhwinder kaur" userId="d3f369b739b069bf" providerId="LiveId" clId="{BC5E9032-1AC9-437F-902C-CEB2741654E6}" dt="2026-01-16T07:49:02.976" v="78" actId="1076"/>
          <ac:spMkLst>
            <pc:docMk/>
            <pc:sldMk cId="0" sldId="3889"/>
            <ac:spMk id="2" creationId="{00000000-0000-0000-0000-000000000000}"/>
          </ac:spMkLst>
        </pc:spChg>
        <pc:picChg chg="mod">
          <ac:chgData name="sukhwinder kaur" userId="d3f369b739b069bf" providerId="LiveId" clId="{BC5E9032-1AC9-437F-902C-CEB2741654E6}" dt="2026-01-16T07:49:16.778" v="81" actId="1076"/>
          <ac:picMkLst>
            <pc:docMk/>
            <pc:sldMk cId="0" sldId="3889"/>
            <ac:picMk id="3" creationId="{00000000-0000-0000-0000-000000000000}"/>
          </ac:picMkLst>
        </pc:picChg>
      </pc:sldChg>
      <pc:sldChg chg="modSp mod ord">
        <pc:chgData name="sukhwinder kaur" userId="d3f369b739b069bf" providerId="LiveId" clId="{BC5E9032-1AC9-437F-902C-CEB2741654E6}" dt="2026-01-19T06:34:35.633" v="130" actId="1076"/>
        <pc:sldMkLst>
          <pc:docMk/>
          <pc:sldMk cId="152678264" sldId="3890"/>
        </pc:sldMkLst>
        <pc:picChg chg="mod">
          <ac:chgData name="sukhwinder kaur" userId="d3f369b739b069bf" providerId="LiveId" clId="{BC5E9032-1AC9-437F-902C-CEB2741654E6}" dt="2026-01-19T06:34:35.633" v="130" actId="1076"/>
          <ac:picMkLst>
            <pc:docMk/>
            <pc:sldMk cId="152678264" sldId="3890"/>
            <ac:picMk id="3" creationId="{5E77E8E6-2A01-7E67-8511-21ABDB705D6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19CE3E97-FB2F-40C3-997E-BFFA7800176A}" type="datetimeFigureOut">
              <a:rPr lang="en-US" smtClean="0"/>
              <a:t>1/26/2026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5FDD259A-EFF2-4226-AF64-F5D1D631398D}"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Aim to become a </a:t>
            </a:r>
            <a:r>
              <a:rPr lang="en-US" b="1" dirty="0"/>
              <a:t>globally recognized school</a:t>
            </a:r>
            <a:endParaRPr lang="en-US" dirty="0"/>
          </a:p>
          <a:p>
            <a:r>
              <a:rPr lang="en-US" dirty="0"/>
              <a:t>Focus on </a:t>
            </a:r>
            <a:r>
              <a:rPr lang="en-US" b="1" dirty="0"/>
              <a:t>quality education, research, leadership, and entrepreneurship</a:t>
            </a:r>
            <a:endParaRPr lang="en-US" dirty="0"/>
          </a:p>
          <a:p>
            <a:r>
              <a:rPr lang="en-US" dirty="0"/>
              <a:t>Encourage </a:t>
            </a:r>
            <a:r>
              <a:rPr lang="en-US" b="1" dirty="0"/>
              <a:t>sustainable and ethical growth</a:t>
            </a:r>
            <a:endParaRPr lang="en-US" dirty="0"/>
          </a:p>
          <a:p>
            <a:r>
              <a:rPr lang="en-US" b="1" dirty="0"/>
              <a:t>Example</a:t>
            </a:r>
            <a:endParaRPr lang="en-US" dirty="0"/>
          </a:p>
          <a:p>
            <a:r>
              <a:rPr lang="en-US" dirty="0"/>
              <a:t>For example, creating software startups that solve real social problems like healthcare or education, not just profit-driven apps.</a:t>
            </a:r>
          </a:p>
          <a:p>
            <a:endParaRPr lang="en-IN" dirty="0"/>
          </a:p>
        </p:txBody>
      </p:sp>
      <p:sp>
        <p:nvSpPr>
          <p:cNvPr id="4" name="Slide Number Placeholder 3"/>
          <p:cNvSpPr>
            <a:spLocks noGrp="1"/>
          </p:cNvSpPr>
          <p:nvPr>
            <p:ph type="sldNum" sz="quarter" idx="5"/>
          </p:nvPr>
        </p:nvSpPr>
        <p:spPr/>
        <p:txBody>
          <a:bodyPr/>
          <a:lstStyle/>
          <a:p>
            <a:fld id="{5FDD259A-EFF2-4226-AF64-F5D1D631398D}" type="slidenum">
              <a:rPr lang="en-US" smtClean="0"/>
              <a:t>3</a:t>
            </a:fld>
            <a:endParaRPr lang="en-US"/>
          </a:p>
        </p:txBody>
      </p:sp>
    </p:spTree>
    <p:extLst>
      <p:ext uri="{BB962C8B-B14F-4D97-AF65-F5344CB8AC3E}">
        <p14:creationId xmlns:p14="http://schemas.microsoft.com/office/powerpoint/2010/main" val="31686932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t>
            </a:r>
            <a:r>
              <a:rPr lang="en-US" b="1" dirty="0"/>
              <a:t>strong computational and practical skills</a:t>
            </a:r>
            <a:endParaRPr lang="en-US" dirty="0"/>
          </a:p>
          <a:p>
            <a:r>
              <a:rPr lang="en-US" dirty="0"/>
              <a:t>Maintain a </a:t>
            </a:r>
            <a:r>
              <a:rPr lang="en-US" b="1" dirty="0"/>
              <a:t>strong industry connection</a:t>
            </a:r>
            <a:endParaRPr lang="en-US" dirty="0"/>
          </a:p>
          <a:p>
            <a:r>
              <a:rPr lang="en-US" dirty="0"/>
              <a:t>Promote </a:t>
            </a:r>
            <a:r>
              <a:rPr lang="en-US" b="1" dirty="0"/>
              <a:t>ethical behavior and lifelong learning</a:t>
            </a:r>
            <a:endParaRPr lang="en-US" dirty="0"/>
          </a:p>
          <a:p>
            <a:r>
              <a:rPr lang="en-US" dirty="0"/>
              <a:t>Encourage </a:t>
            </a:r>
            <a:r>
              <a:rPr lang="en-US" b="1" dirty="0"/>
              <a:t>research-driven education</a:t>
            </a:r>
            <a:endParaRPr lang="en-US" dirty="0"/>
          </a:p>
          <a:p>
            <a:r>
              <a:rPr lang="en-US" b="1" dirty="0"/>
              <a:t>Example</a:t>
            </a:r>
            <a:endParaRPr lang="en-US" dirty="0"/>
          </a:p>
          <a:p>
            <a:r>
              <a:rPr lang="en-US" dirty="0"/>
              <a:t>Students learning about patents and startups helps them move from classroom ideas to real products.</a:t>
            </a:r>
          </a:p>
          <a:p>
            <a:endParaRPr lang="en-IN" dirty="0"/>
          </a:p>
        </p:txBody>
      </p:sp>
      <p:sp>
        <p:nvSpPr>
          <p:cNvPr id="4" name="Slide Number Placeholder 3"/>
          <p:cNvSpPr>
            <a:spLocks noGrp="1"/>
          </p:cNvSpPr>
          <p:nvPr>
            <p:ph type="sldNum" sz="quarter" idx="5"/>
          </p:nvPr>
        </p:nvSpPr>
        <p:spPr/>
        <p:txBody>
          <a:bodyPr/>
          <a:lstStyle/>
          <a:p>
            <a:fld id="{5FDD259A-EFF2-4226-AF64-F5D1D631398D}" type="slidenum">
              <a:rPr lang="en-US" smtClean="0"/>
              <a:t>4</a:t>
            </a:fld>
            <a:endParaRPr lang="en-US"/>
          </a:p>
        </p:txBody>
      </p:sp>
    </p:spTree>
    <p:extLst>
      <p:ext uri="{BB962C8B-B14F-4D97-AF65-F5344CB8AC3E}">
        <p14:creationId xmlns:p14="http://schemas.microsoft.com/office/powerpoint/2010/main" val="42649542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b="1" dirty="0"/>
              <a:t>CO1 – Ethics in Professional Life</a:t>
            </a:r>
          </a:p>
          <a:p>
            <a:r>
              <a:rPr lang="en-US" dirty="0"/>
              <a:t>Apply ethical principles in IT and business.</a:t>
            </a:r>
          </a:p>
          <a:p>
            <a:r>
              <a:rPr lang="en-US" b="1" dirty="0"/>
              <a:t>Example</a:t>
            </a:r>
            <a:endParaRPr lang="en-US" dirty="0"/>
          </a:p>
          <a:p>
            <a:r>
              <a:rPr lang="en-US" dirty="0"/>
              <a:t>Not copying code from GitHub without a license is ethical practice.</a:t>
            </a:r>
          </a:p>
          <a:p>
            <a:r>
              <a:rPr lang="en-US" b="1" dirty="0"/>
              <a:t>CO2 – Intellectual Property (IP)</a:t>
            </a:r>
          </a:p>
          <a:p>
            <a:r>
              <a:rPr lang="en-US" dirty="0"/>
              <a:t>Understand patents, copyrights, and trademarks.</a:t>
            </a:r>
          </a:p>
          <a:p>
            <a:r>
              <a:rPr lang="en-US" b="1" dirty="0"/>
              <a:t>Example</a:t>
            </a:r>
            <a:endParaRPr lang="en-US" dirty="0"/>
          </a:p>
          <a:p>
            <a:r>
              <a:rPr lang="en-US" dirty="0"/>
              <a:t>Registering a mobile app logo as a trademark to protect it from copying.</a:t>
            </a:r>
          </a:p>
          <a:p>
            <a:r>
              <a:rPr lang="en-US" b="1" dirty="0"/>
              <a:t>CO3 – Startup Schemes &amp; Funding</a:t>
            </a:r>
          </a:p>
          <a:p>
            <a:r>
              <a:rPr lang="en-US" dirty="0"/>
              <a:t>Learn about government schemes and funding options.</a:t>
            </a:r>
          </a:p>
          <a:p>
            <a:r>
              <a:rPr lang="en-US" b="1" dirty="0"/>
              <a:t>Example</a:t>
            </a:r>
            <a:endParaRPr lang="en-US" dirty="0"/>
          </a:p>
          <a:p>
            <a:r>
              <a:rPr lang="en-US" dirty="0"/>
              <a:t>Startup India benefits like tax exemption and mentorship support.</a:t>
            </a:r>
          </a:p>
          <a:p>
            <a:r>
              <a:rPr lang="en-US" b="1" dirty="0"/>
              <a:t>CO4 – Startup Planning</a:t>
            </a:r>
          </a:p>
          <a:p>
            <a:r>
              <a:rPr lang="en-US" dirty="0"/>
              <a:t>Learn how to prepare a basic IT startup business plan.</a:t>
            </a:r>
          </a:p>
          <a:p>
            <a:r>
              <a:rPr lang="en-US" b="1" dirty="0"/>
              <a:t>Example</a:t>
            </a:r>
            <a:endParaRPr lang="en-US" dirty="0"/>
          </a:p>
          <a:p>
            <a:r>
              <a:rPr lang="en-US" dirty="0"/>
              <a:t>Planning cost, marketing strategy, and revenue for a software product.</a:t>
            </a:r>
          </a:p>
          <a:p>
            <a:r>
              <a:rPr lang="en-US" b="1" dirty="0"/>
              <a:t>CO5 – IT &amp; ITES Industry Trends</a:t>
            </a:r>
          </a:p>
          <a:p>
            <a:r>
              <a:rPr lang="en-US" dirty="0"/>
              <a:t>Understand product-based vs service-based companies.</a:t>
            </a:r>
          </a:p>
          <a:p>
            <a:r>
              <a:rPr lang="en-US" b="1" dirty="0"/>
              <a:t>Example</a:t>
            </a:r>
            <a:endParaRPr lang="en-US" dirty="0"/>
          </a:p>
          <a:p>
            <a:r>
              <a:rPr lang="en-US" dirty="0"/>
              <a:t>Infosys as service-based, Google as product-based.</a:t>
            </a:r>
          </a:p>
          <a:p>
            <a:r>
              <a:rPr lang="en-US" b="1" dirty="0"/>
              <a:t>CO6 – Security, Legal &amp; Ethical Issues</a:t>
            </a:r>
          </a:p>
          <a:p>
            <a:r>
              <a:rPr lang="en-US" dirty="0"/>
              <a:t>Study cyber laws and security responsibilities.</a:t>
            </a:r>
          </a:p>
          <a:p>
            <a:r>
              <a:rPr lang="en-US" b="1" dirty="0"/>
              <a:t>Example</a:t>
            </a:r>
            <a:endParaRPr lang="en-US" dirty="0"/>
          </a:p>
          <a:p>
            <a:r>
              <a:rPr lang="en-US" dirty="0"/>
              <a:t>Legal consequences of hacking or data breaches.</a:t>
            </a:r>
          </a:p>
          <a:p>
            <a:endParaRPr lang="en-IN" dirty="0"/>
          </a:p>
        </p:txBody>
      </p:sp>
      <p:sp>
        <p:nvSpPr>
          <p:cNvPr id="4" name="Slide Number Placeholder 3"/>
          <p:cNvSpPr>
            <a:spLocks noGrp="1"/>
          </p:cNvSpPr>
          <p:nvPr>
            <p:ph type="sldNum" sz="quarter" idx="5"/>
          </p:nvPr>
        </p:nvSpPr>
        <p:spPr/>
        <p:txBody>
          <a:bodyPr/>
          <a:lstStyle/>
          <a:p>
            <a:fld id="{5FDD259A-EFF2-4226-AF64-F5D1D631398D}" type="slidenum">
              <a:rPr lang="en-US" smtClean="0"/>
              <a:t>5</a:t>
            </a:fld>
            <a:endParaRPr lang="en-US"/>
          </a:p>
        </p:txBody>
      </p:sp>
    </p:spTree>
    <p:extLst>
      <p:ext uri="{BB962C8B-B14F-4D97-AF65-F5344CB8AC3E}">
        <p14:creationId xmlns:p14="http://schemas.microsoft.com/office/powerpoint/2010/main" val="25520498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engineering knowledge to solve complex problems</a:t>
            </a:r>
          </a:p>
          <a:p>
            <a:r>
              <a:rPr lang="en-US" dirty="0"/>
              <a:t>Work effectively in teams</a:t>
            </a:r>
          </a:p>
          <a:p>
            <a:r>
              <a:rPr lang="en-US" dirty="0"/>
              <a:t>Communicate professionally</a:t>
            </a:r>
          </a:p>
          <a:p>
            <a:r>
              <a:rPr lang="en-US" dirty="0"/>
              <a:t>Follow ethics and sustainability</a:t>
            </a:r>
          </a:p>
          <a:p>
            <a:r>
              <a:rPr lang="en-US" b="1" dirty="0"/>
              <a:t>Example</a:t>
            </a:r>
            <a:endParaRPr lang="en-US" dirty="0"/>
          </a:p>
          <a:p>
            <a:r>
              <a:rPr lang="en-US" dirty="0"/>
              <a:t>Working in a team to design secure software while respecting user privacy.</a:t>
            </a:r>
          </a:p>
          <a:p>
            <a:endParaRPr lang="en-IN" dirty="0"/>
          </a:p>
        </p:txBody>
      </p:sp>
      <p:sp>
        <p:nvSpPr>
          <p:cNvPr id="4" name="Slide Number Placeholder 3"/>
          <p:cNvSpPr>
            <a:spLocks noGrp="1"/>
          </p:cNvSpPr>
          <p:nvPr>
            <p:ph type="sldNum" sz="quarter" idx="5"/>
          </p:nvPr>
        </p:nvSpPr>
        <p:spPr/>
        <p:txBody>
          <a:bodyPr/>
          <a:lstStyle/>
          <a:p>
            <a:fld id="{5FDD259A-EFF2-4226-AF64-F5D1D631398D}" type="slidenum">
              <a:rPr lang="en-US" smtClean="0"/>
              <a:t>6</a:t>
            </a:fld>
            <a:endParaRPr lang="en-US"/>
          </a:p>
        </p:txBody>
      </p:sp>
    </p:spTree>
    <p:extLst>
      <p:ext uri="{BB962C8B-B14F-4D97-AF65-F5344CB8AC3E}">
        <p14:creationId xmlns:p14="http://schemas.microsoft.com/office/powerpoint/2010/main" val="24249646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engineering knowledge to solve complex problems</a:t>
            </a:r>
          </a:p>
          <a:p>
            <a:r>
              <a:rPr lang="en-US" dirty="0"/>
              <a:t>Work effectively in teams</a:t>
            </a:r>
          </a:p>
          <a:p>
            <a:r>
              <a:rPr lang="en-US" dirty="0"/>
              <a:t>Communicate professionally</a:t>
            </a:r>
          </a:p>
          <a:p>
            <a:r>
              <a:rPr lang="en-US" dirty="0"/>
              <a:t>Follow ethics and sustainability</a:t>
            </a:r>
          </a:p>
          <a:p>
            <a:r>
              <a:rPr lang="en-US" b="1" dirty="0"/>
              <a:t>Example</a:t>
            </a:r>
            <a:endParaRPr lang="en-US" dirty="0"/>
          </a:p>
          <a:p>
            <a:r>
              <a:rPr lang="en-US" dirty="0"/>
              <a:t>Working in a team to design secure software while respecting user privacy.</a:t>
            </a:r>
          </a:p>
          <a:p>
            <a:endParaRPr lang="en-IN" dirty="0"/>
          </a:p>
        </p:txBody>
      </p:sp>
      <p:sp>
        <p:nvSpPr>
          <p:cNvPr id="4" name="Slide Number Placeholder 3"/>
          <p:cNvSpPr>
            <a:spLocks noGrp="1"/>
          </p:cNvSpPr>
          <p:nvPr>
            <p:ph type="sldNum" sz="quarter" idx="5"/>
          </p:nvPr>
        </p:nvSpPr>
        <p:spPr/>
        <p:txBody>
          <a:bodyPr/>
          <a:lstStyle/>
          <a:p>
            <a:fld id="{5FDD259A-EFF2-4226-AF64-F5D1D631398D}" type="slidenum">
              <a:rPr lang="en-US" smtClean="0"/>
              <a:t>8</a:t>
            </a:fld>
            <a:endParaRPr lang="en-US"/>
          </a:p>
        </p:txBody>
      </p:sp>
    </p:spTree>
    <p:extLst>
      <p:ext uri="{BB962C8B-B14F-4D97-AF65-F5344CB8AC3E}">
        <p14:creationId xmlns:p14="http://schemas.microsoft.com/office/powerpoint/2010/main" val="18795758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IT skills in </a:t>
            </a:r>
            <a:r>
              <a:rPr lang="en-US" b="1" dirty="0"/>
              <a:t>software, security, cloud, databases</a:t>
            </a:r>
            <a:endParaRPr lang="en-US" dirty="0"/>
          </a:p>
          <a:p>
            <a:r>
              <a:rPr lang="en-US" dirty="0"/>
              <a:t>Design solutions for </a:t>
            </a:r>
            <a:r>
              <a:rPr lang="en-US" b="1" dirty="0"/>
              <a:t>real business problems</a:t>
            </a:r>
            <a:endParaRPr lang="en-US" dirty="0"/>
          </a:p>
          <a:p>
            <a:r>
              <a:rPr lang="en-US" b="1" dirty="0"/>
              <a:t>Example</a:t>
            </a:r>
            <a:endParaRPr lang="en-US" dirty="0"/>
          </a:p>
          <a:p>
            <a:r>
              <a:rPr lang="en-US" dirty="0"/>
              <a:t>Building a secure cloud-based attendance system for a college.</a:t>
            </a:r>
          </a:p>
          <a:p>
            <a:endParaRPr lang="en-IN" dirty="0"/>
          </a:p>
        </p:txBody>
      </p:sp>
      <p:sp>
        <p:nvSpPr>
          <p:cNvPr id="4" name="Slide Number Placeholder 3"/>
          <p:cNvSpPr>
            <a:spLocks noGrp="1"/>
          </p:cNvSpPr>
          <p:nvPr>
            <p:ph type="sldNum" sz="quarter" idx="5"/>
          </p:nvPr>
        </p:nvSpPr>
        <p:spPr/>
        <p:txBody>
          <a:bodyPr/>
          <a:lstStyle/>
          <a:p>
            <a:fld id="{5FDD259A-EFF2-4226-AF64-F5D1D631398D}" type="slidenum">
              <a:rPr lang="en-US" smtClean="0"/>
              <a:t>9</a:t>
            </a:fld>
            <a:endParaRPr lang="en-US"/>
          </a:p>
        </p:txBody>
      </p:sp>
    </p:spTree>
    <p:extLst>
      <p:ext uri="{BB962C8B-B14F-4D97-AF65-F5344CB8AC3E}">
        <p14:creationId xmlns:p14="http://schemas.microsoft.com/office/powerpoint/2010/main" val="39710119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is not just memorizing</a:t>
            </a:r>
          </a:p>
          <a:p>
            <a:r>
              <a:rPr lang="en-US" dirty="0"/>
              <a:t>Focus on </a:t>
            </a:r>
            <a:r>
              <a:rPr lang="en-US" b="1" dirty="0"/>
              <a:t>understanding, applying, analyzing, and creating</a:t>
            </a:r>
            <a:endParaRPr lang="en-US" dirty="0"/>
          </a:p>
          <a:p>
            <a:r>
              <a:rPr lang="en-US" dirty="0"/>
              <a:t>Encourages higher-order thinking</a:t>
            </a:r>
          </a:p>
          <a:p>
            <a:r>
              <a:rPr lang="en-US" b="1" dirty="0"/>
              <a:t>Example</a:t>
            </a:r>
            <a:endParaRPr lang="en-US" dirty="0"/>
          </a:p>
          <a:p>
            <a:r>
              <a:rPr lang="en-US" dirty="0"/>
              <a:t>Instead of just defining cyber crime, students analyze real cyber crime cases.</a:t>
            </a:r>
          </a:p>
          <a:p>
            <a:endParaRPr lang="en-IN" dirty="0"/>
          </a:p>
        </p:txBody>
      </p:sp>
      <p:sp>
        <p:nvSpPr>
          <p:cNvPr id="4" name="Slide Number Placeholder 3"/>
          <p:cNvSpPr>
            <a:spLocks noGrp="1"/>
          </p:cNvSpPr>
          <p:nvPr>
            <p:ph type="sldNum" sz="quarter" idx="5"/>
          </p:nvPr>
        </p:nvSpPr>
        <p:spPr/>
        <p:txBody>
          <a:bodyPr/>
          <a:lstStyle/>
          <a:p>
            <a:fld id="{5FDD259A-EFF2-4226-AF64-F5D1D631398D}" type="slidenum">
              <a:rPr lang="en-US" smtClean="0"/>
              <a:t>10</a:t>
            </a:fld>
            <a:endParaRPr lang="en-US"/>
          </a:p>
        </p:txBody>
      </p:sp>
    </p:spTree>
    <p:extLst>
      <p:ext uri="{BB962C8B-B14F-4D97-AF65-F5344CB8AC3E}">
        <p14:creationId xmlns:p14="http://schemas.microsoft.com/office/powerpoint/2010/main" val="42339823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a:t>Meaning of ethics and integrity</a:t>
            </a:r>
          </a:p>
          <a:p>
            <a:r>
              <a:rPr lang="en-US" dirty="0"/>
              <a:t>Ethics in business and IT</a:t>
            </a:r>
          </a:p>
          <a:p>
            <a:r>
              <a:rPr lang="en-US" dirty="0"/>
              <a:t>Ethical decision-making</a:t>
            </a:r>
          </a:p>
          <a:p>
            <a:r>
              <a:rPr lang="en-US" b="1" dirty="0"/>
              <a:t>Example</a:t>
            </a:r>
            <a:endParaRPr lang="en-US" dirty="0"/>
          </a:p>
          <a:p>
            <a:r>
              <a:rPr lang="en-US" dirty="0"/>
              <a:t>Refusing a bribe even if it benefits the company financially.</a:t>
            </a:r>
          </a:p>
          <a:p>
            <a:br>
              <a:rPr lang="en-US" dirty="0"/>
            </a:br>
            <a:endParaRPr lang="en-US" dirty="0"/>
          </a:p>
          <a:p>
            <a:r>
              <a:rPr lang="en-US" b="1" dirty="0"/>
              <a:t>🔹 Unit 2: Intellectual Property Rights (IPR)</a:t>
            </a:r>
          </a:p>
          <a:p>
            <a:r>
              <a:rPr lang="en-US" b="1" dirty="0"/>
              <a:t>Bullet points</a:t>
            </a:r>
            <a:endParaRPr lang="en-US" dirty="0"/>
          </a:p>
          <a:p>
            <a:r>
              <a:rPr lang="en-US" dirty="0"/>
              <a:t>Patents, trademarks, copyrights</a:t>
            </a:r>
          </a:p>
          <a:p>
            <a:r>
              <a:rPr lang="en-US" dirty="0"/>
              <a:t>Importance of IP protection in innovation</a:t>
            </a:r>
          </a:p>
          <a:p>
            <a:r>
              <a:rPr lang="en-US" b="1" dirty="0"/>
              <a:t>Example</a:t>
            </a:r>
            <a:endParaRPr lang="en-US" dirty="0"/>
          </a:p>
          <a:p>
            <a:r>
              <a:rPr lang="en-US" dirty="0"/>
              <a:t>Copyright protection for software source code.</a:t>
            </a:r>
          </a:p>
          <a:p>
            <a:br>
              <a:rPr lang="en-US" dirty="0"/>
            </a:br>
            <a:endParaRPr lang="en-US" dirty="0"/>
          </a:p>
          <a:p>
            <a:r>
              <a:rPr lang="en-US" b="1" dirty="0"/>
              <a:t>🔹 Unit 3: Government Funding &amp; Startup Schemes</a:t>
            </a:r>
          </a:p>
          <a:p>
            <a:r>
              <a:rPr lang="en-US" b="1" dirty="0"/>
              <a:t>Bullet points</a:t>
            </a:r>
            <a:endParaRPr lang="en-US" dirty="0"/>
          </a:p>
          <a:p>
            <a:r>
              <a:rPr lang="en-US" dirty="0"/>
              <a:t>Startup India initiative</a:t>
            </a:r>
          </a:p>
          <a:p>
            <a:r>
              <a:rPr lang="en-US" dirty="0"/>
              <a:t>Bank loans and NASSCOM initiatives</a:t>
            </a:r>
          </a:p>
          <a:p>
            <a:r>
              <a:rPr lang="en-US" dirty="0"/>
              <a:t>STPI and SEZ schemes</a:t>
            </a:r>
          </a:p>
          <a:p>
            <a:r>
              <a:rPr lang="en-US" b="1" dirty="0"/>
              <a:t>Example</a:t>
            </a:r>
            <a:endParaRPr lang="en-US" dirty="0"/>
          </a:p>
          <a:p>
            <a:r>
              <a:rPr lang="en-US" dirty="0"/>
              <a:t>A student startup receiving seed funding under Startup India.</a:t>
            </a:r>
          </a:p>
          <a:p>
            <a:endParaRPr lang="en-IN" dirty="0"/>
          </a:p>
        </p:txBody>
      </p:sp>
      <p:sp>
        <p:nvSpPr>
          <p:cNvPr id="4" name="Slide Number Placeholder 3"/>
          <p:cNvSpPr>
            <a:spLocks noGrp="1"/>
          </p:cNvSpPr>
          <p:nvPr>
            <p:ph type="sldNum" sz="quarter" idx="5"/>
          </p:nvPr>
        </p:nvSpPr>
        <p:spPr/>
        <p:txBody>
          <a:bodyPr/>
          <a:lstStyle/>
          <a:p>
            <a:fld id="{5FDD259A-EFF2-4226-AF64-F5D1D631398D}" type="slidenum">
              <a:rPr lang="en-US" smtClean="0"/>
              <a:t>11</a:t>
            </a:fld>
            <a:endParaRPr lang="en-US"/>
          </a:p>
        </p:txBody>
      </p:sp>
    </p:spTree>
    <p:extLst>
      <p:ext uri="{BB962C8B-B14F-4D97-AF65-F5344CB8AC3E}">
        <p14:creationId xmlns:p14="http://schemas.microsoft.com/office/powerpoint/2010/main" val="25670498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dirty="0"/>
              <a:t>Business plan preparation</a:t>
            </a:r>
          </a:p>
          <a:p>
            <a:r>
              <a:rPr lang="en-US" dirty="0"/>
              <a:t>Marketing and financial planning</a:t>
            </a:r>
          </a:p>
          <a:p>
            <a:r>
              <a:rPr lang="en-US" dirty="0"/>
              <a:t>Case studies of successful startups</a:t>
            </a:r>
          </a:p>
          <a:p>
            <a:r>
              <a:rPr lang="en-US" b="1" dirty="0"/>
              <a:t>Example</a:t>
            </a:r>
            <a:endParaRPr lang="en-US" dirty="0"/>
          </a:p>
          <a:p>
            <a:r>
              <a:rPr lang="en-US" dirty="0"/>
              <a:t>Preparing a startup plan for a mobile application.</a:t>
            </a:r>
          </a:p>
          <a:p>
            <a:br>
              <a:rPr lang="en-US" dirty="0"/>
            </a:br>
            <a:endParaRPr lang="en-US" dirty="0"/>
          </a:p>
          <a:p>
            <a:r>
              <a:rPr lang="en-US" b="1" dirty="0"/>
              <a:t>🔹 Unit 5: IT &amp; ITES Companies</a:t>
            </a:r>
          </a:p>
          <a:p>
            <a:r>
              <a:rPr lang="en-US" b="1" dirty="0"/>
              <a:t>Bullet points</a:t>
            </a:r>
            <a:endParaRPr lang="en-US" dirty="0"/>
          </a:p>
          <a:p>
            <a:r>
              <a:rPr lang="en-US" dirty="0"/>
              <a:t>Product vs service-based companies</a:t>
            </a:r>
          </a:p>
          <a:p>
            <a:r>
              <a:rPr lang="en-US" dirty="0"/>
              <a:t>Latest technologies and diversity</a:t>
            </a:r>
          </a:p>
          <a:p>
            <a:r>
              <a:rPr lang="en-US" dirty="0"/>
              <a:t>Global IT projects</a:t>
            </a:r>
          </a:p>
          <a:p>
            <a:r>
              <a:rPr lang="en-US" b="1" dirty="0"/>
              <a:t>Example</a:t>
            </a:r>
            <a:endParaRPr lang="en-US" dirty="0"/>
          </a:p>
          <a:p>
            <a:r>
              <a:rPr lang="en-US" dirty="0"/>
              <a:t>Diversity programs in multinational IT companies.</a:t>
            </a:r>
          </a:p>
          <a:p>
            <a:br>
              <a:rPr lang="en-US" dirty="0"/>
            </a:br>
            <a:endParaRPr lang="en-US" dirty="0"/>
          </a:p>
          <a:p>
            <a:r>
              <a:rPr lang="en-US" b="1" dirty="0"/>
              <a:t>🔹 Unit 6: Legal &amp; Ethical Issues in Information Security</a:t>
            </a:r>
          </a:p>
          <a:p>
            <a:r>
              <a:rPr lang="en-US" b="1" dirty="0"/>
              <a:t>Bullet points</a:t>
            </a:r>
            <a:endParaRPr lang="en-US" dirty="0"/>
          </a:p>
          <a:p>
            <a:r>
              <a:rPr lang="en-US" dirty="0"/>
              <a:t>Cyber law in India</a:t>
            </a:r>
          </a:p>
          <a:p>
            <a:r>
              <a:rPr lang="en-US" dirty="0"/>
              <a:t>Cyber crimes and legal responsibilities</a:t>
            </a:r>
          </a:p>
          <a:p>
            <a:r>
              <a:rPr lang="en-US" dirty="0"/>
              <a:t>Importance of organizational policies</a:t>
            </a:r>
          </a:p>
          <a:p>
            <a:r>
              <a:rPr lang="en-US" b="1" dirty="0"/>
              <a:t>Example</a:t>
            </a:r>
            <a:endParaRPr lang="en-US" dirty="0"/>
          </a:p>
          <a:p>
            <a:r>
              <a:rPr lang="en-US" dirty="0"/>
              <a:t>Legal punishment for data theft under Indian cyber law.</a:t>
            </a:r>
          </a:p>
          <a:p>
            <a:endParaRPr lang="en-IN" dirty="0"/>
          </a:p>
        </p:txBody>
      </p:sp>
      <p:sp>
        <p:nvSpPr>
          <p:cNvPr id="4" name="Slide Number Placeholder 3"/>
          <p:cNvSpPr>
            <a:spLocks noGrp="1"/>
          </p:cNvSpPr>
          <p:nvPr>
            <p:ph type="sldNum" sz="quarter" idx="5"/>
          </p:nvPr>
        </p:nvSpPr>
        <p:spPr/>
        <p:txBody>
          <a:bodyPr/>
          <a:lstStyle/>
          <a:p>
            <a:fld id="{5FDD259A-EFF2-4226-AF64-F5D1D631398D}" type="slidenum">
              <a:rPr lang="en-US" smtClean="0"/>
              <a:t>12</a:t>
            </a:fld>
            <a:endParaRPr lang="en-US"/>
          </a:p>
        </p:txBody>
      </p:sp>
    </p:spTree>
    <p:extLst>
      <p:ext uri="{BB962C8B-B14F-4D97-AF65-F5344CB8AC3E}">
        <p14:creationId xmlns:p14="http://schemas.microsoft.com/office/powerpoint/2010/main" val="15025697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This slide is about </a:t>
            </a:r>
            <a:r>
              <a:rPr lang="en-US" b="1" dirty="0"/>
              <a:t>career pathways.</a:t>
            </a:r>
          </a:p>
          <a:p>
            <a:r>
              <a:rPr lang="en-US" dirty="0"/>
              <a:t>Strong foundation in </a:t>
            </a:r>
            <a:r>
              <a:rPr lang="en-US" b="1" dirty="0"/>
              <a:t>ethics and integrity</a:t>
            </a:r>
            <a:endParaRPr lang="en-US" dirty="0"/>
          </a:p>
          <a:p>
            <a:r>
              <a:rPr lang="en-US" dirty="0"/>
              <a:t>Understanding </a:t>
            </a:r>
            <a:r>
              <a:rPr lang="en-US" b="1" dirty="0"/>
              <a:t>laws, cyber law of India</a:t>
            </a:r>
            <a:endParaRPr lang="en-US" dirty="0"/>
          </a:p>
          <a:p>
            <a:r>
              <a:rPr lang="en-US" dirty="0"/>
              <a:t>Awareness of </a:t>
            </a:r>
            <a:r>
              <a:rPr lang="en-US" b="1" dirty="0"/>
              <a:t>social and legal responsibilities</a:t>
            </a:r>
            <a:endParaRPr lang="en-US" dirty="0"/>
          </a:p>
          <a:p>
            <a:r>
              <a:rPr lang="en-US" dirty="0"/>
              <a:t>Useful for exams like:</a:t>
            </a:r>
          </a:p>
          <a:p>
            <a:pPr lvl="1"/>
            <a:r>
              <a:rPr lang="en-US" dirty="0"/>
              <a:t>UPSC</a:t>
            </a:r>
          </a:p>
          <a:p>
            <a:pPr lvl="1"/>
            <a:r>
              <a:rPr lang="en-US" dirty="0"/>
              <a:t>SSC</a:t>
            </a:r>
          </a:p>
          <a:p>
            <a:pPr lvl="1"/>
            <a:r>
              <a:rPr lang="en-US" dirty="0"/>
              <a:t>State government exams</a:t>
            </a:r>
          </a:p>
          <a:p>
            <a:pPr lvl="1"/>
            <a:r>
              <a:rPr lang="en-US" dirty="0"/>
              <a:t>PSU interviews</a:t>
            </a:r>
          </a:p>
          <a:p>
            <a:r>
              <a:rPr lang="en-US" b="1" dirty="0"/>
              <a:t>Practical Example</a:t>
            </a:r>
          </a:p>
          <a:p>
            <a:r>
              <a:rPr lang="en-US" dirty="0"/>
              <a:t>A cybercrime officer must know:</a:t>
            </a:r>
          </a:p>
          <a:p>
            <a:r>
              <a:rPr lang="en-US" dirty="0"/>
              <a:t>What is legally allowed</a:t>
            </a:r>
          </a:p>
          <a:p>
            <a:r>
              <a:rPr lang="en-US" dirty="0"/>
              <a:t>What evidence is admissible</a:t>
            </a:r>
          </a:p>
          <a:p>
            <a:r>
              <a:rPr lang="en-US" dirty="0"/>
              <a:t>Ethical handling of sensitive data</a:t>
            </a:r>
          </a:p>
          <a:p>
            <a:endParaRPr lang="en-US" dirty="0"/>
          </a:p>
        </p:txBody>
      </p:sp>
      <p:sp>
        <p:nvSpPr>
          <p:cNvPr id="4" name="Slide Number Placeholder 3"/>
          <p:cNvSpPr>
            <a:spLocks noGrp="1"/>
          </p:cNvSpPr>
          <p:nvPr>
            <p:ph type="sldNum" sz="quarter" idx="10"/>
          </p:nvPr>
        </p:nvSpPr>
        <p:spPr/>
        <p:txBody>
          <a:bodyPr/>
          <a:lstStyle/>
          <a:p>
            <a:fld id="{5FDD259A-EFF2-4226-AF64-F5D1D631398D}" type="slidenum">
              <a:rPr lang="en-US" smtClean="0"/>
              <a:t>15</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FDD259A-EFF2-4226-AF64-F5D1D631398D}" type="slidenum">
              <a:rPr lang="en-US" smtClean="0"/>
              <a:t>17</a:t>
            </a:fld>
            <a:endParaRPr lang="en-US"/>
          </a:p>
        </p:txBody>
      </p:sp>
    </p:spTree>
    <p:extLst>
      <p:ext uri="{BB962C8B-B14F-4D97-AF65-F5344CB8AC3E}">
        <p14:creationId xmlns:p14="http://schemas.microsoft.com/office/powerpoint/2010/main" val="34612614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FDD259A-EFF2-4226-AF64-F5D1D631398D}" type="slidenum">
              <a:rPr lang="en-US" smtClean="0"/>
              <a:t>25</a:t>
            </a:fld>
            <a:endParaRPr lang="en-US"/>
          </a:p>
        </p:txBody>
      </p:sp>
    </p:spTree>
    <p:extLst>
      <p:ext uri="{BB962C8B-B14F-4D97-AF65-F5344CB8AC3E}">
        <p14:creationId xmlns:p14="http://schemas.microsoft.com/office/powerpoint/2010/main" val="5818953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FDD259A-EFF2-4226-AF64-F5D1D631398D}" type="slidenum">
              <a:rPr lang="en-US" smtClean="0"/>
              <a:t>26</a:t>
            </a:fld>
            <a:endParaRPr lang="en-US"/>
          </a:p>
        </p:txBody>
      </p:sp>
    </p:spTree>
    <p:extLst>
      <p:ext uri="{BB962C8B-B14F-4D97-AF65-F5344CB8AC3E}">
        <p14:creationId xmlns:p14="http://schemas.microsoft.com/office/powerpoint/2010/main" val="11567152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214371" y="127508"/>
            <a:ext cx="4715256" cy="574040"/>
          </a:xfrm>
          <a:prstGeom prst="rect">
            <a:avLst/>
          </a:prstGeom>
        </p:spPr>
        <p:txBody>
          <a:bodyPr wrap="square" lIns="0" tIns="0" rIns="0" bIns="0">
            <a:spAutoFit/>
          </a:bodyPr>
          <a:lstStyle>
            <a:lvl1pPr>
              <a:defRPr sz="3600" b="0" i="0">
                <a:solidFill>
                  <a:schemeClr val="bg1"/>
                </a:solidFill>
                <a:latin typeface="Microsoft Sans Serif"/>
                <a:cs typeface="Microsoft Sans Serif"/>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FF0000"/>
                </a:solidFill>
                <a:latin typeface="Comic Sans MS"/>
                <a:cs typeface="Comic Sans MS"/>
              </a:defRPr>
            </a:lvl1pPr>
          </a:lstStyle>
          <a:p>
            <a:endParaRPr/>
          </a:p>
        </p:txBody>
      </p:sp>
      <p:sp>
        <p:nvSpPr>
          <p:cNvPr id="3" name="Holder 3"/>
          <p:cNvSpPr>
            <a:spLocks noGrp="1"/>
          </p:cNvSpPr>
          <p:nvPr>
            <p:ph type="body" idx="1"/>
          </p:nvPr>
        </p:nvSpPr>
        <p:spPr/>
        <p:txBody>
          <a:bodyPr lIns="0" tIns="0" rIns="0" bIns="0"/>
          <a:lstStyle>
            <a:lvl1pPr>
              <a:defRPr sz="3200" b="1" i="0">
                <a:solidFill>
                  <a:schemeClr val="tx1"/>
                </a:solidFill>
                <a:latin typeface="Comic Sans MS"/>
                <a:cs typeface="Comic Sans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FF0000"/>
                </a:solidFill>
                <a:latin typeface="Comic Sans MS"/>
                <a:cs typeface="Comic Sans MS"/>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FF0000"/>
                </a:solidFill>
                <a:latin typeface="Comic Sans MS"/>
                <a:cs typeface="Comic Sans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171449"/>
            <a:ext cx="9144000" cy="937259"/>
          </a:xfrm>
          <a:prstGeom prst="rect">
            <a:avLst/>
          </a:prstGeom>
        </p:spPr>
      </p:pic>
      <p:pic>
        <p:nvPicPr>
          <p:cNvPr id="17" name="bg object 17"/>
          <p:cNvPicPr/>
          <p:nvPr/>
        </p:nvPicPr>
        <p:blipFill>
          <a:blip r:embed="rId3" cstate="print"/>
          <a:stretch>
            <a:fillRect/>
          </a:stretch>
        </p:blipFill>
        <p:spPr>
          <a:xfrm>
            <a:off x="755650" y="664538"/>
            <a:ext cx="1751368" cy="3213099"/>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9" name="Rectangle 8"/>
          <p:cNvSpPr/>
          <p:nvPr userDrawn="1"/>
        </p:nvSpPr>
        <p:spPr>
          <a:xfrm>
            <a:off x="1" y="6778869"/>
            <a:ext cx="9143998" cy="79131"/>
          </a:xfrm>
          <a:prstGeom prst="rect">
            <a:avLst/>
          </a:prstGeom>
          <a:solidFill>
            <a:srgbClr val="ED771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endParaRPr>
          </a:p>
        </p:txBody>
      </p:sp>
      <p:sp>
        <p:nvSpPr>
          <p:cNvPr id="2" name="Rectangle 1"/>
          <p:cNvSpPr/>
          <p:nvPr userDrawn="1"/>
        </p:nvSpPr>
        <p:spPr>
          <a:xfrm>
            <a:off x="1558991" y="431018"/>
            <a:ext cx="6080433" cy="46502"/>
          </a:xfrm>
          <a:prstGeom prst="rect">
            <a:avLst/>
          </a:prstGeom>
          <a:solidFill>
            <a:srgbClr val="F47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p:cNvPicPr>
            <a:picLocks noChangeAspect="1"/>
          </p:cNvPicPr>
          <p:nvPr userDrawn="1"/>
        </p:nvPicPr>
        <p:blipFill>
          <a:blip r:embed="rId2"/>
          <a:stretch>
            <a:fillRect/>
          </a:stretch>
        </p:blipFill>
        <p:spPr>
          <a:xfrm>
            <a:off x="7766304" y="178307"/>
            <a:ext cx="1160640" cy="418630"/>
          </a:xfrm>
          <a:prstGeom prst="rect">
            <a:avLst/>
          </a:prstGeom>
        </p:spPr>
      </p:pic>
      <p:pic>
        <p:nvPicPr>
          <p:cNvPr id="4" name="Picture 3"/>
          <p:cNvPicPr>
            <a:picLocks noChangeAspect="1"/>
          </p:cNvPicPr>
          <p:nvPr userDrawn="1"/>
        </p:nvPicPr>
        <p:blipFill>
          <a:blip r:embed="rId3"/>
          <a:stretch>
            <a:fillRect/>
          </a:stretch>
        </p:blipFill>
        <p:spPr>
          <a:xfrm>
            <a:off x="246211" y="178308"/>
            <a:ext cx="1185902" cy="505420"/>
          </a:xfrm>
          <a:prstGeom prst="rect">
            <a:avLst/>
          </a:prstGeom>
        </p:spPr>
      </p:pic>
    </p:spTree>
    <p:extLst>
      <p:ext uri="{BB962C8B-B14F-4D97-AF65-F5344CB8AC3E}">
        <p14:creationId xmlns:p14="http://schemas.microsoft.com/office/powerpoint/2010/main" val="1457239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0" y="171449"/>
            <a:ext cx="9144000" cy="937259"/>
          </a:xfrm>
          <a:prstGeom prst="rect">
            <a:avLst/>
          </a:prstGeom>
        </p:spPr>
      </p:pic>
      <p:sp>
        <p:nvSpPr>
          <p:cNvPr id="2" name="Holder 2"/>
          <p:cNvSpPr>
            <a:spLocks noGrp="1"/>
          </p:cNvSpPr>
          <p:nvPr>
            <p:ph type="title"/>
          </p:nvPr>
        </p:nvSpPr>
        <p:spPr>
          <a:xfrm>
            <a:off x="2771775" y="147320"/>
            <a:ext cx="3600449" cy="574040"/>
          </a:xfrm>
          <a:prstGeom prst="rect">
            <a:avLst/>
          </a:prstGeom>
        </p:spPr>
        <p:txBody>
          <a:bodyPr wrap="square" lIns="0" tIns="0" rIns="0" bIns="0">
            <a:spAutoFit/>
          </a:bodyPr>
          <a:lstStyle>
            <a:lvl1pPr>
              <a:defRPr sz="3600" b="1" i="0">
                <a:solidFill>
                  <a:srgbClr val="FF0000"/>
                </a:solidFill>
                <a:latin typeface="Comic Sans MS"/>
                <a:cs typeface="Comic Sans MS"/>
              </a:defRPr>
            </a:lvl1pPr>
          </a:lstStyle>
          <a:p>
            <a:endParaRPr/>
          </a:p>
        </p:txBody>
      </p:sp>
      <p:sp>
        <p:nvSpPr>
          <p:cNvPr id="3" name="Holder 3"/>
          <p:cNvSpPr>
            <a:spLocks noGrp="1"/>
          </p:cNvSpPr>
          <p:nvPr>
            <p:ph type="body" idx="1"/>
          </p:nvPr>
        </p:nvSpPr>
        <p:spPr>
          <a:xfrm>
            <a:off x="493928" y="1640839"/>
            <a:ext cx="8156143" cy="2465070"/>
          </a:xfrm>
          <a:prstGeom prst="rect">
            <a:avLst/>
          </a:prstGeom>
        </p:spPr>
        <p:txBody>
          <a:bodyPr wrap="square" lIns="0" tIns="0" rIns="0" bIns="0">
            <a:spAutoFit/>
          </a:bodyPr>
          <a:lstStyle>
            <a:lvl1pPr>
              <a:defRPr sz="3200" b="1" i="0">
                <a:solidFill>
                  <a:schemeClr val="tx1"/>
                </a:solidFill>
                <a:latin typeface="Comic Sans MS"/>
                <a:cs typeface="Comic Sans MS"/>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1/26/2026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8.jpeg"/></Relationships>
</file>

<file path=ppt/slides/_rels/slide2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slideLayout" Target="../slideLayouts/slideLayout5.xml"/><Relationship Id="rId1" Type="http://schemas.openxmlformats.org/officeDocument/2006/relationships/themeOverride" Target="../theme/themeOverride1.xml"/></Relationships>
</file>

<file path=ppt/slides/_rels/slide3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19.jpe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53866" y="1680464"/>
            <a:ext cx="2710180" cy="848360"/>
          </a:xfrm>
          <a:prstGeom prst="rect">
            <a:avLst/>
          </a:prstGeom>
        </p:spPr>
        <p:txBody>
          <a:bodyPr vert="horz" wrap="square" lIns="0" tIns="12700" rIns="0" bIns="0" rtlCol="0">
            <a:spAutoFit/>
          </a:bodyPr>
          <a:lstStyle/>
          <a:p>
            <a:pPr marL="12700">
              <a:lnSpc>
                <a:spcPct val="100000"/>
              </a:lnSpc>
              <a:spcBef>
                <a:spcPts val="100"/>
              </a:spcBef>
            </a:pPr>
            <a:r>
              <a:rPr sz="5400" b="0">
                <a:solidFill>
                  <a:srgbClr val="000000"/>
                </a:solidFill>
                <a:latin typeface="Microsoft Sans Serif"/>
                <a:cs typeface="Microsoft Sans Serif"/>
              </a:rPr>
              <a:t>CSE</a:t>
            </a:r>
            <a:r>
              <a:rPr sz="5400" b="0" spc="20">
                <a:solidFill>
                  <a:srgbClr val="000000"/>
                </a:solidFill>
                <a:latin typeface="Microsoft Sans Serif"/>
                <a:cs typeface="Microsoft Sans Serif"/>
              </a:rPr>
              <a:t>3</a:t>
            </a:r>
            <a:r>
              <a:rPr lang="en-US" sz="5400" b="0" spc="480" dirty="0">
                <a:solidFill>
                  <a:srgbClr val="000000"/>
                </a:solidFill>
                <a:latin typeface="Microsoft Sans Serif"/>
                <a:cs typeface="Microsoft Sans Serif"/>
              </a:rPr>
              <a:t>3</a:t>
            </a:r>
            <a:r>
              <a:rPr sz="5400" b="0" spc="480">
                <a:solidFill>
                  <a:srgbClr val="000000"/>
                </a:solidFill>
                <a:latin typeface="Microsoft Sans Serif"/>
                <a:cs typeface="Microsoft Sans Serif"/>
              </a:rPr>
              <a:t>2</a:t>
            </a:r>
            <a:endParaRPr sz="5400">
              <a:latin typeface="Microsoft Sans Serif"/>
              <a:cs typeface="Microsoft Sans Serif"/>
            </a:endParaRPr>
          </a:p>
        </p:txBody>
      </p:sp>
      <p:sp>
        <p:nvSpPr>
          <p:cNvPr id="3" name="object 3"/>
          <p:cNvSpPr txBox="1"/>
          <p:nvPr/>
        </p:nvSpPr>
        <p:spPr>
          <a:xfrm>
            <a:off x="1737105" y="2510993"/>
            <a:ext cx="5739130" cy="1120820"/>
          </a:xfrm>
          <a:prstGeom prst="rect">
            <a:avLst/>
          </a:prstGeom>
        </p:spPr>
        <p:txBody>
          <a:bodyPr vert="horz" wrap="square" lIns="0" tIns="12700" rIns="0" bIns="0" rtlCol="0">
            <a:spAutoFit/>
          </a:bodyPr>
          <a:lstStyle/>
          <a:p>
            <a:pPr marL="443865" marR="5080" indent="-431800">
              <a:lnSpc>
                <a:spcPct val="100000"/>
              </a:lnSpc>
              <a:spcBef>
                <a:spcPts val="100"/>
              </a:spcBef>
            </a:pPr>
            <a:r>
              <a:rPr lang="en-US" sz="3600" spc="525" dirty="0">
                <a:latin typeface="Microsoft Sans Serif"/>
                <a:cs typeface="Microsoft Sans Serif"/>
              </a:rPr>
              <a:t>Industry Ethics and        Legal Issues</a:t>
            </a:r>
            <a:endParaRPr sz="3600" dirty="0">
              <a:latin typeface="Microsoft Sans Serif"/>
              <a:cs typeface="Microsoft Sans Serif"/>
            </a:endParaRPr>
          </a:p>
        </p:txBody>
      </p:sp>
      <p:pic>
        <p:nvPicPr>
          <p:cNvPr id="4" name="object 4"/>
          <p:cNvPicPr/>
          <p:nvPr/>
        </p:nvPicPr>
        <p:blipFill>
          <a:blip r:embed="rId2" cstate="print"/>
          <a:stretch>
            <a:fillRect/>
          </a:stretch>
        </p:blipFill>
        <p:spPr>
          <a:xfrm>
            <a:off x="3760851" y="6132512"/>
            <a:ext cx="1676400" cy="679450"/>
          </a:xfrm>
          <a:prstGeom prst="rect">
            <a:avLst/>
          </a:prstGeom>
        </p:spPr>
      </p:pic>
      <p:grpSp>
        <p:nvGrpSpPr>
          <p:cNvPr id="5" name="object 5"/>
          <p:cNvGrpSpPr/>
          <p:nvPr/>
        </p:nvGrpSpPr>
        <p:grpSpPr>
          <a:xfrm>
            <a:off x="1008888" y="3764137"/>
            <a:ext cx="7178040" cy="122555"/>
            <a:chOff x="1008888" y="3764137"/>
            <a:chExt cx="7178040" cy="122555"/>
          </a:xfrm>
        </p:grpSpPr>
        <p:pic>
          <p:nvPicPr>
            <p:cNvPr id="6" name="object 6"/>
            <p:cNvPicPr/>
            <p:nvPr/>
          </p:nvPicPr>
          <p:blipFill>
            <a:blip r:embed="rId3" cstate="print"/>
            <a:stretch>
              <a:fillRect/>
            </a:stretch>
          </p:blipFill>
          <p:spPr>
            <a:xfrm>
              <a:off x="1008888" y="3764137"/>
              <a:ext cx="7178040" cy="122158"/>
            </a:xfrm>
            <a:prstGeom prst="rect">
              <a:avLst/>
            </a:prstGeom>
          </p:spPr>
        </p:pic>
        <p:sp>
          <p:nvSpPr>
            <p:cNvPr id="7" name="object 7"/>
            <p:cNvSpPr/>
            <p:nvPr/>
          </p:nvSpPr>
          <p:spPr>
            <a:xfrm>
              <a:off x="1042987" y="3789426"/>
              <a:ext cx="7110730" cy="20955"/>
            </a:xfrm>
            <a:custGeom>
              <a:avLst/>
              <a:gdLst/>
              <a:ahLst/>
              <a:cxnLst/>
              <a:rect l="l" t="t" r="r" b="b"/>
              <a:pathLst>
                <a:path w="7110730" h="20954">
                  <a:moveTo>
                    <a:pt x="0" y="0"/>
                  </a:moveTo>
                  <a:lnTo>
                    <a:pt x="7110412" y="20574"/>
                  </a:lnTo>
                </a:path>
              </a:pathLst>
            </a:custGeom>
            <a:ln w="38100">
              <a:solidFill>
                <a:srgbClr val="2C2CB8"/>
              </a:solidFill>
            </a:ln>
          </p:spPr>
          <p:txBody>
            <a:bodyPr wrap="square" lIns="0" tIns="0" rIns="0" bIns="0" rtlCol="0"/>
            <a:lstStyle/>
            <a:p>
              <a:endParaRPr/>
            </a:p>
          </p:txBody>
        </p:sp>
      </p:grpSp>
      <p:sp>
        <p:nvSpPr>
          <p:cNvPr id="8" name="object 8"/>
          <p:cNvSpPr txBox="1"/>
          <p:nvPr/>
        </p:nvSpPr>
        <p:spPr>
          <a:xfrm>
            <a:off x="3699509" y="3945763"/>
            <a:ext cx="1593850" cy="391160"/>
          </a:xfrm>
          <a:prstGeom prst="rect">
            <a:avLst/>
          </a:prstGeom>
        </p:spPr>
        <p:txBody>
          <a:bodyPr vert="horz" wrap="square" lIns="0" tIns="12700" rIns="0" bIns="0" rtlCol="0">
            <a:spAutoFit/>
          </a:bodyPr>
          <a:lstStyle/>
          <a:p>
            <a:pPr marL="12700">
              <a:lnSpc>
                <a:spcPct val="100000"/>
              </a:lnSpc>
              <a:spcBef>
                <a:spcPts val="100"/>
              </a:spcBef>
            </a:pPr>
            <a:r>
              <a:rPr sz="2400" spc="140">
                <a:solidFill>
                  <a:srgbClr val="009973"/>
                </a:solidFill>
                <a:latin typeface="Arial MT"/>
                <a:cs typeface="Arial MT"/>
              </a:rPr>
              <a:t>Lec</a:t>
            </a:r>
            <a:r>
              <a:rPr sz="2400" spc="195">
                <a:solidFill>
                  <a:srgbClr val="009973"/>
                </a:solidFill>
                <a:latin typeface="Arial MT"/>
                <a:cs typeface="Arial MT"/>
              </a:rPr>
              <a:t>tu</a:t>
            </a:r>
            <a:r>
              <a:rPr sz="2400" spc="100">
                <a:solidFill>
                  <a:srgbClr val="009973"/>
                </a:solidFill>
                <a:latin typeface="Arial MT"/>
                <a:cs typeface="Arial MT"/>
              </a:rPr>
              <a:t>r</a:t>
            </a:r>
            <a:r>
              <a:rPr sz="2400" spc="90">
                <a:solidFill>
                  <a:srgbClr val="009973"/>
                </a:solidFill>
                <a:latin typeface="Arial MT"/>
                <a:cs typeface="Arial MT"/>
              </a:rPr>
              <a:t>e</a:t>
            </a:r>
            <a:r>
              <a:rPr sz="2400" spc="-105">
                <a:solidFill>
                  <a:srgbClr val="009973"/>
                </a:solidFill>
                <a:latin typeface="Arial MT"/>
                <a:cs typeface="Arial MT"/>
              </a:rPr>
              <a:t> </a:t>
            </a:r>
            <a:r>
              <a:rPr sz="2400" spc="40" dirty="0">
                <a:solidFill>
                  <a:srgbClr val="009973"/>
                </a:solidFill>
                <a:latin typeface="Arial MT"/>
                <a:cs typeface="Arial MT"/>
              </a:rPr>
              <a:t>#0</a:t>
            </a:r>
            <a:endParaRPr sz="2400">
              <a:latin typeface="Arial MT"/>
              <a:cs typeface="Arial M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8198B-41F6-C9F7-BA89-C58D9A0A8B26}"/>
              </a:ext>
            </a:extLst>
          </p:cNvPr>
          <p:cNvSpPr>
            <a:spLocks noGrp="1"/>
          </p:cNvSpPr>
          <p:nvPr>
            <p:ph type="title"/>
          </p:nvPr>
        </p:nvSpPr>
        <p:spPr/>
        <p:txBody>
          <a:bodyPr/>
          <a:lstStyle/>
          <a:p>
            <a:r>
              <a:rPr lang="en-IN" dirty="0"/>
              <a:t>Course Details</a:t>
            </a:r>
          </a:p>
        </p:txBody>
      </p:sp>
      <p:sp>
        <p:nvSpPr>
          <p:cNvPr id="3" name="Text Placeholder 2">
            <a:extLst>
              <a:ext uri="{FF2B5EF4-FFF2-40B4-BE49-F238E27FC236}">
                <a16:creationId xmlns:a16="http://schemas.microsoft.com/office/drawing/2014/main" id="{95B76734-9448-3826-9BBC-E72D082F78DC}"/>
              </a:ext>
            </a:extLst>
          </p:cNvPr>
          <p:cNvSpPr>
            <a:spLocks noGrp="1"/>
          </p:cNvSpPr>
          <p:nvPr>
            <p:ph type="body" idx="1"/>
          </p:nvPr>
        </p:nvSpPr>
        <p:spPr>
          <a:xfrm>
            <a:off x="493928" y="1640839"/>
            <a:ext cx="8156143" cy="1995418"/>
          </a:xfrm>
        </p:spPr>
        <p:txBody>
          <a:bodyPr/>
          <a:lstStyle/>
          <a:p>
            <a:pPr marL="469265" marR="5080" indent="-457200">
              <a:spcBef>
                <a:spcPts val="100"/>
              </a:spcBef>
              <a:buFont typeface="Arial" panose="020B0604020202020204" pitchFamily="34" charset="0"/>
              <a:buChar char="•"/>
            </a:pPr>
            <a:r>
              <a:rPr lang="en-US" sz="3200" b="0" dirty="0">
                <a:latin typeface="Times New Roman" panose="02020603050405020304" pitchFamily="18" charset="0"/>
                <a:cs typeface="Times New Roman" panose="02020603050405020304" pitchFamily="18" charset="0"/>
              </a:rPr>
              <a:t>CSE332</a:t>
            </a:r>
          </a:p>
          <a:p>
            <a:pPr marL="469265" marR="5080" indent="-457200">
              <a:spcBef>
                <a:spcPts val="100"/>
              </a:spcBef>
              <a:buFont typeface="Arial" panose="020B0604020202020204" pitchFamily="34" charset="0"/>
              <a:buChar char="•"/>
            </a:pPr>
            <a:r>
              <a:rPr lang="en-US" sz="3200" b="0" dirty="0">
                <a:latin typeface="Times New Roman" panose="02020603050405020304" pitchFamily="18" charset="0"/>
                <a:cs typeface="Times New Roman" panose="02020603050405020304" pitchFamily="18" charset="0"/>
              </a:rPr>
              <a:t>L T P</a:t>
            </a:r>
            <a:r>
              <a:rPr lang="en-US" sz="3200" b="0" spc="-35" dirty="0">
                <a:latin typeface="Times New Roman" panose="02020603050405020304" pitchFamily="18" charset="0"/>
                <a:cs typeface="Times New Roman" panose="02020603050405020304" pitchFamily="18" charset="0"/>
              </a:rPr>
              <a:t> </a:t>
            </a:r>
            <a:r>
              <a:rPr lang="en-US" sz="3200" b="0" dirty="0">
                <a:latin typeface="Times New Roman" panose="02020603050405020304" pitchFamily="18" charset="0"/>
                <a:cs typeface="Times New Roman" panose="02020603050405020304" pitchFamily="18" charset="0"/>
              </a:rPr>
              <a:t>–</a:t>
            </a:r>
            <a:r>
              <a:rPr lang="en-US" sz="3200" b="0" spc="-25" dirty="0">
                <a:latin typeface="Times New Roman" panose="02020603050405020304" pitchFamily="18" charset="0"/>
                <a:cs typeface="Times New Roman" panose="02020603050405020304" pitchFamily="18" charset="0"/>
              </a:rPr>
              <a:t> </a:t>
            </a:r>
            <a:r>
              <a:rPr lang="en-US" b="0" spc="-25" dirty="0">
                <a:latin typeface="Times New Roman" panose="02020603050405020304" pitchFamily="18" charset="0"/>
                <a:cs typeface="Times New Roman" panose="02020603050405020304" pitchFamily="18" charset="0"/>
              </a:rPr>
              <a:t>2</a:t>
            </a:r>
            <a:r>
              <a:rPr lang="en-US" sz="3200" b="0" spc="-25" dirty="0">
                <a:latin typeface="Times New Roman" panose="02020603050405020304" pitchFamily="18" charset="0"/>
                <a:cs typeface="Times New Roman" panose="02020603050405020304" pitchFamily="18" charset="0"/>
              </a:rPr>
              <a:t> </a:t>
            </a:r>
            <a:r>
              <a:rPr lang="en-US" sz="3200" b="0" dirty="0">
                <a:latin typeface="Times New Roman" panose="02020603050405020304" pitchFamily="18" charset="0"/>
                <a:cs typeface="Times New Roman" panose="02020603050405020304" pitchFamily="18" charset="0"/>
              </a:rPr>
              <a:t>0</a:t>
            </a:r>
            <a:r>
              <a:rPr lang="en-US" sz="3200" b="0" spc="-30" dirty="0">
                <a:latin typeface="Times New Roman" panose="02020603050405020304" pitchFamily="18" charset="0"/>
                <a:cs typeface="Times New Roman" panose="02020603050405020304" pitchFamily="18" charset="0"/>
              </a:rPr>
              <a:t> </a:t>
            </a:r>
            <a:r>
              <a:rPr lang="en-US" sz="3200" b="0" dirty="0">
                <a:latin typeface="Times New Roman" panose="02020603050405020304" pitchFamily="18" charset="0"/>
                <a:cs typeface="Times New Roman" panose="02020603050405020304" pitchFamily="18" charset="0"/>
              </a:rPr>
              <a:t>0</a:t>
            </a:r>
            <a:r>
              <a:rPr lang="en-US" sz="3200" b="0" spc="-35" dirty="0">
                <a:latin typeface="Times New Roman" panose="02020603050405020304" pitchFamily="18" charset="0"/>
                <a:cs typeface="Times New Roman" panose="02020603050405020304" pitchFamily="18" charset="0"/>
              </a:rPr>
              <a:t> </a:t>
            </a:r>
            <a:r>
              <a:rPr lang="en-US" sz="3200" b="0" spc="-5" dirty="0">
                <a:latin typeface="Times New Roman" panose="02020603050405020304" pitchFamily="18" charset="0"/>
                <a:cs typeface="Times New Roman" panose="02020603050405020304" pitchFamily="18" charset="0"/>
              </a:rPr>
              <a:t>[Two </a:t>
            </a:r>
            <a:r>
              <a:rPr lang="en-US" sz="3200" b="0" spc="-705" dirty="0">
                <a:latin typeface="Times New Roman" panose="02020603050405020304" pitchFamily="18" charset="0"/>
                <a:cs typeface="Times New Roman" panose="02020603050405020304" pitchFamily="18" charset="0"/>
              </a:rPr>
              <a:t> </a:t>
            </a:r>
            <a:r>
              <a:rPr lang="en-US" sz="3200" b="0" spc="-5" dirty="0">
                <a:latin typeface="Times New Roman" panose="02020603050405020304" pitchFamily="18" charset="0"/>
                <a:cs typeface="Times New Roman" panose="02020603050405020304" pitchFamily="18" charset="0"/>
              </a:rPr>
              <a:t>lectures/week]</a:t>
            </a:r>
            <a:endParaRPr lang="en-US" b="0" dirty="0">
              <a:latin typeface="Times New Roman" panose="02020603050405020304" pitchFamily="18" charset="0"/>
              <a:cs typeface="Times New Roman" panose="02020603050405020304" pitchFamily="18" charset="0"/>
            </a:endParaRPr>
          </a:p>
          <a:p>
            <a:pPr marL="469265" marR="5080" indent="-457200">
              <a:spcBef>
                <a:spcPts val="100"/>
              </a:spcBef>
              <a:buFont typeface="Arial" panose="020B0604020202020204" pitchFamily="34" charset="0"/>
              <a:buChar char="•"/>
            </a:pPr>
            <a:r>
              <a:rPr lang="en-US" sz="3200" b="0" spc="395" dirty="0">
                <a:latin typeface="Times New Roman" panose="02020603050405020304" pitchFamily="18" charset="0"/>
                <a:cs typeface="Times New Roman" panose="02020603050405020304" pitchFamily="18" charset="0"/>
              </a:rPr>
              <a:t>Credit- </a:t>
            </a:r>
            <a:r>
              <a:rPr lang="en-US" b="0" spc="395" dirty="0">
                <a:latin typeface="Times New Roman" panose="02020603050405020304" pitchFamily="18" charset="0"/>
                <a:cs typeface="Times New Roman" panose="02020603050405020304" pitchFamily="18" charset="0"/>
              </a:rPr>
              <a:t>2</a:t>
            </a:r>
            <a:endParaRPr lang="en-US" sz="3200" b="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85604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8784B7CD-9718-9224-0FB5-A5D280E93B4E}"/>
              </a:ext>
            </a:extLst>
          </p:cNvPr>
          <p:cNvSpPr>
            <a:spLocks noGrp="1"/>
          </p:cNvSpPr>
          <p:nvPr>
            <p:ph type="title"/>
          </p:nvPr>
        </p:nvSpPr>
        <p:spPr>
          <a:xfrm>
            <a:off x="639763" y="577438"/>
            <a:ext cx="3600449" cy="574040"/>
          </a:xfrm>
        </p:spPr>
        <p:txBody>
          <a:bodyPr/>
          <a:lstStyle/>
          <a:p>
            <a:pPr eaLnBrk="1" hangingPunct="1"/>
            <a:r>
              <a:rPr lang="en-US" altLang="en-US" sz="4800" dirty="0">
                <a:solidFill>
                  <a:srgbClr val="C00000"/>
                </a:solidFill>
                <a:latin typeface="Times New Roman" panose="02020603050405020304" pitchFamily="18" charset="0"/>
                <a:cs typeface="Times New Roman" panose="02020603050405020304" pitchFamily="18" charset="0"/>
              </a:rPr>
              <a:t>Vision</a:t>
            </a:r>
            <a:endParaRPr lang="en-IN" altLang="en-US" sz="4800" dirty="0">
              <a:solidFill>
                <a:srgbClr val="C00000"/>
              </a:solidFill>
              <a:latin typeface="Times New Roman" panose="02020603050405020304" pitchFamily="18" charset="0"/>
              <a:cs typeface="Times New Roman" panose="02020603050405020304" pitchFamily="18" charset="0"/>
            </a:endParaRPr>
          </a:p>
        </p:txBody>
      </p:sp>
      <p:sp>
        <p:nvSpPr>
          <p:cNvPr id="13315" name="Content Placeholder 2">
            <a:extLst>
              <a:ext uri="{FF2B5EF4-FFF2-40B4-BE49-F238E27FC236}">
                <a16:creationId xmlns:a16="http://schemas.microsoft.com/office/drawing/2014/main" id="{68EAF183-8509-C6B8-803A-E4199BB89C30}"/>
              </a:ext>
            </a:extLst>
          </p:cNvPr>
          <p:cNvSpPr>
            <a:spLocks noGrp="1"/>
          </p:cNvSpPr>
          <p:nvPr>
            <p:ph idx="1"/>
          </p:nvPr>
        </p:nvSpPr>
        <p:spPr>
          <a:xfrm>
            <a:off x="152400" y="1447800"/>
            <a:ext cx="8610600" cy="3939540"/>
          </a:xfrm>
        </p:spPr>
        <p:txBody>
          <a:bodyPr/>
          <a:lstStyle/>
          <a:p>
            <a:pPr algn="just" eaLnBrk="1" hangingPunct="1">
              <a:defRPr/>
            </a:pPr>
            <a:r>
              <a:rPr lang="en-US" altLang="en-US" sz="3600" b="0" dirty="0">
                <a:latin typeface="Times New Roman" panose="02020603050405020304" pitchFamily="18" charset="0"/>
                <a:cs typeface="Times New Roman" panose="02020603050405020304" pitchFamily="18" charset="0"/>
              </a:rPr>
              <a:t>To be a globally recognized school through excellence in teaching, learning and research for creating Computer Science professionals, leaders and entrepreneurs of future contributing to society and industry for sustainable growth.</a:t>
            </a:r>
          </a:p>
          <a:p>
            <a:pPr marL="0" indent="0" eaLnBrk="1" hangingPunct="1">
              <a:buFont typeface="Arial" panose="020B0604020202020204" pitchFamily="34" charset="0"/>
              <a:buNone/>
              <a:defRPr/>
            </a:pPr>
            <a:endParaRPr lang="en-US" altLang="en-US" sz="4000" b="1" dirty="0">
              <a:solidFill>
                <a:srgbClr val="FF0000"/>
              </a:solidFill>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54A22A14-3298-81C6-5BCF-0F2D3F043898}"/>
              </a:ext>
            </a:extLst>
          </p:cNvPr>
          <p:cNvCxnSpPr/>
          <p:nvPr/>
        </p:nvCxnSpPr>
        <p:spPr>
          <a:xfrm>
            <a:off x="639763" y="1295400"/>
            <a:ext cx="7056437" cy="0"/>
          </a:xfrm>
          <a:prstGeom prst="line">
            <a:avLst/>
          </a:prstGeom>
        </p:spPr>
        <p:style>
          <a:lnRef idx="3">
            <a:schemeClr val="accent6"/>
          </a:lnRef>
          <a:fillRef idx="0">
            <a:schemeClr val="accent6"/>
          </a:fillRef>
          <a:effectRef idx="2">
            <a:schemeClr val="accent6"/>
          </a:effectRef>
          <a:fontRef idx="minor">
            <a:schemeClr val="tx1"/>
          </a:fontRef>
        </p:style>
      </p:cxnSp>
    </p:spTree>
  </p:cSld>
  <p:clrMapOvr>
    <a:masterClrMapping/>
  </p:clrMapOvr>
  <p:transition spd="slow">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40433FED-B4C2-D1AE-D385-06F5AAA57137}"/>
              </a:ext>
            </a:extLst>
          </p:cNvPr>
          <p:cNvSpPr>
            <a:spLocks noGrp="1"/>
          </p:cNvSpPr>
          <p:nvPr>
            <p:ph type="title"/>
          </p:nvPr>
        </p:nvSpPr>
        <p:spPr>
          <a:xfrm>
            <a:off x="457200" y="723900"/>
            <a:ext cx="8229600" cy="1143000"/>
          </a:xfrm>
        </p:spPr>
        <p:txBody>
          <a:bodyPr/>
          <a:lstStyle/>
          <a:p>
            <a:r>
              <a:rPr lang="en-US" altLang="en-US" sz="3600" b="1" dirty="0">
                <a:solidFill>
                  <a:srgbClr val="C00000"/>
                </a:solidFill>
                <a:latin typeface="Times New Roman" panose="02020603050405020304" pitchFamily="18" charset="0"/>
                <a:cs typeface="Times New Roman" panose="02020603050405020304" pitchFamily="18" charset="0"/>
              </a:rPr>
              <a:t>Mission</a:t>
            </a:r>
            <a:endParaRPr lang="en-IN" altLang="en-US" sz="3600" b="1" dirty="0">
              <a:solidFill>
                <a:srgbClr val="C00000"/>
              </a:solidFill>
              <a:latin typeface="Times New Roman" panose="02020603050405020304" pitchFamily="18" charset="0"/>
              <a:cs typeface="Times New Roman" panose="02020603050405020304" pitchFamily="18" charset="0"/>
            </a:endParaRPr>
          </a:p>
        </p:txBody>
      </p:sp>
      <p:sp>
        <p:nvSpPr>
          <p:cNvPr id="13315" name="Content Placeholder 2">
            <a:extLst>
              <a:ext uri="{FF2B5EF4-FFF2-40B4-BE49-F238E27FC236}">
                <a16:creationId xmlns:a16="http://schemas.microsoft.com/office/drawing/2014/main" id="{FA3069D4-C80D-6363-F902-E58C0F498B98}"/>
              </a:ext>
            </a:extLst>
          </p:cNvPr>
          <p:cNvSpPr>
            <a:spLocks noGrp="1"/>
          </p:cNvSpPr>
          <p:nvPr>
            <p:ph idx="1"/>
          </p:nvPr>
        </p:nvSpPr>
        <p:spPr>
          <a:xfrm>
            <a:off x="457200" y="1514475"/>
            <a:ext cx="8610600" cy="4739759"/>
          </a:xfrm>
        </p:spPr>
        <p:txBody>
          <a:bodyPr/>
          <a:lstStyle/>
          <a:p>
            <a:pPr marL="228600" indent="-228600" algn="just">
              <a:spcBef>
                <a:spcPct val="0"/>
              </a:spcBef>
              <a:buFont typeface="Arial" charset="0"/>
              <a:buChar char="•"/>
              <a:defRPr/>
            </a:pPr>
            <a:r>
              <a:rPr lang="en-US" altLang="en-US" sz="2800" b="0" dirty="0">
                <a:latin typeface="Times New Roman" pitchFamily="18" charset="0"/>
                <a:cs typeface="Times New Roman" pitchFamily="18" charset="0"/>
              </a:rPr>
              <a:t>To build computational skills through hands-on and practice-based learning with measurable outcomes.</a:t>
            </a:r>
          </a:p>
          <a:p>
            <a:pPr marL="228600" indent="-228600" algn="just">
              <a:spcBef>
                <a:spcPct val="0"/>
              </a:spcBef>
              <a:buFont typeface="Arial" charset="0"/>
              <a:buChar char="•"/>
              <a:defRPr/>
            </a:pPr>
            <a:r>
              <a:rPr lang="en-US" altLang="en-US" sz="2800" b="0" dirty="0">
                <a:latin typeface="Times New Roman" pitchFamily="18" charset="0"/>
                <a:cs typeface="Times New Roman" pitchFamily="18" charset="0"/>
              </a:rPr>
              <a:t>To establish a strong connect with industry for in-demand technology driven curriculum.</a:t>
            </a:r>
          </a:p>
          <a:p>
            <a:pPr marL="228600" indent="-228600" algn="just">
              <a:spcBef>
                <a:spcPct val="0"/>
              </a:spcBef>
              <a:buFont typeface="Arial" charset="0"/>
              <a:buChar char="•"/>
              <a:defRPr/>
            </a:pPr>
            <a:r>
              <a:rPr lang="en-US" altLang="en-US" sz="2800" b="0" dirty="0">
                <a:latin typeface="Times New Roman" pitchFamily="18" charset="0"/>
                <a:cs typeface="Times New Roman" pitchFamily="18" charset="0"/>
              </a:rPr>
              <a:t>To build the infrastructure for meaningful research around societal problems.</a:t>
            </a:r>
          </a:p>
          <a:p>
            <a:pPr marL="228600" indent="-228600" algn="just">
              <a:spcBef>
                <a:spcPct val="0"/>
              </a:spcBef>
              <a:buFont typeface="Arial" charset="0"/>
              <a:buChar char="•"/>
              <a:defRPr/>
            </a:pPr>
            <a:r>
              <a:rPr lang="en-US" altLang="en-US" sz="2800" b="0" dirty="0">
                <a:latin typeface="Times New Roman" pitchFamily="18" charset="0"/>
                <a:cs typeface="Times New Roman" pitchFamily="18" charset="0"/>
              </a:rPr>
              <a:t>To nurture future leaders through research-infused education and lifelong learning.</a:t>
            </a:r>
          </a:p>
          <a:p>
            <a:pPr marL="228600" indent="-228600" algn="just">
              <a:spcBef>
                <a:spcPct val="0"/>
              </a:spcBef>
              <a:buFont typeface="Arial" charset="0"/>
              <a:buChar char="•"/>
              <a:defRPr/>
            </a:pPr>
            <a:r>
              <a:rPr lang="en-US" altLang="en-US" sz="2800" b="0" dirty="0">
                <a:latin typeface="Times New Roman" pitchFamily="18" charset="0"/>
                <a:cs typeface="Times New Roman" pitchFamily="18" charset="0"/>
              </a:rPr>
              <a:t>To create smart and ethical professionals and entrepreneurs who are recognized globally</a:t>
            </a:r>
          </a:p>
          <a:p>
            <a:pPr marL="0" indent="0" eaLnBrk="1" hangingPunct="1">
              <a:buFont typeface="Arial" panose="020B0604020202020204" pitchFamily="34" charset="0"/>
              <a:buNone/>
              <a:defRPr/>
            </a:pPr>
            <a:endParaRPr lang="en-US" altLang="en-US" sz="2800" b="1" dirty="0">
              <a:solidFill>
                <a:srgbClr val="FF0000"/>
              </a:solidFill>
              <a:latin typeface="Times New Roman" panose="02020603050405020304" pitchFamily="18" charset="0"/>
              <a:cs typeface="Times New Roman" panose="02020603050405020304" pitchFamily="18" charset="0"/>
            </a:endParaRPr>
          </a:p>
        </p:txBody>
      </p:sp>
      <p:cxnSp>
        <p:nvCxnSpPr>
          <p:cNvPr id="4" name="Straight Connector 3">
            <a:extLst>
              <a:ext uri="{FF2B5EF4-FFF2-40B4-BE49-F238E27FC236}">
                <a16:creationId xmlns:a16="http://schemas.microsoft.com/office/drawing/2014/main" id="{AC98DE97-205F-575A-F310-1BE6C44B3DAE}"/>
              </a:ext>
            </a:extLst>
          </p:cNvPr>
          <p:cNvCxnSpPr/>
          <p:nvPr/>
        </p:nvCxnSpPr>
        <p:spPr>
          <a:xfrm>
            <a:off x="639763" y="1295400"/>
            <a:ext cx="7056437" cy="0"/>
          </a:xfrm>
          <a:prstGeom prst="line">
            <a:avLst/>
          </a:prstGeom>
        </p:spPr>
        <p:style>
          <a:lnRef idx="3">
            <a:schemeClr val="accent6"/>
          </a:lnRef>
          <a:fillRef idx="0">
            <a:schemeClr val="accent6"/>
          </a:fillRef>
          <a:effectRef idx="2">
            <a:schemeClr val="accent6"/>
          </a:effectRef>
          <a:fontRef idx="minor">
            <a:schemeClr val="tx1"/>
          </a:fontRef>
        </p:style>
      </p:cxnSp>
    </p:spTree>
  </p:cSld>
  <p:clrMapOvr>
    <a:masterClrMapping/>
  </p:clrMapOvr>
  <p:transition spd="slow">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483768" y="44624"/>
            <a:ext cx="3807460" cy="566822"/>
          </a:xfrm>
          <a:prstGeom prst="rect">
            <a:avLst/>
          </a:prstGeom>
        </p:spPr>
        <p:txBody>
          <a:bodyPr vert="horz" wrap="square" lIns="0" tIns="12700" rIns="0" bIns="0" rtlCol="0">
            <a:spAutoFit/>
          </a:bodyPr>
          <a:lstStyle/>
          <a:p>
            <a:pPr marL="12700">
              <a:lnSpc>
                <a:spcPct val="100000"/>
              </a:lnSpc>
              <a:spcBef>
                <a:spcPts val="100"/>
              </a:spcBef>
            </a:pPr>
            <a:r>
              <a:rPr spc="-5" dirty="0">
                <a:latin typeface="Times New Roman" panose="02020603050405020304" pitchFamily="18" charset="0"/>
                <a:cs typeface="Times New Roman" panose="02020603050405020304" pitchFamily="18" charset="0"/>
              </a:rPr>
              <a:t>Course</a:t>
            </a:r>
            <a:r>
              <a:rPr spc="-95" dirty="0">
                <a:latin typeface="Times New Roman" panose="02020603050405020304" pitchFamily="18" charset="0"/>
                <a:cs typeface="Times New Roman" panose="02020603050405020304" pitchFamily="18" charset="0"/>
              </a:rPr>
              <a:t> </a:t>
            </a:r>
            <a:r>
              <a:rPr spc="-5" dirty="0">
                <a:latin typeface="Times New Roman" panose="02020603050405020304" pitchFamily="18" charset="0"/>
                <a:cs typeface="Times New Roman" panose="02020603050405020304" pitchFamily="18" charset="0"/>
              </a:rPr>
              <a:t>Outcomes</a:t>
            </a:r>
          </a:p>
        </p:txBody>
      </p:sp>
      <p:sp>
        <p:nvSpPr>
          <p:cNvPr id="3" name="object 3"/>
          <p:cNvSpPr txBox="1"/>
          <p:nvPr/>
        </p:nvSpPr>
        <p:spPr>
          <a:xfrm>
            <a:off x="535940" y="1078738"/>
            <a:ext cx="8073390" cy="4509568"/>
          </a:xfrm>
          <a:prstGeom prst="rect">
            <a:avLst/>
          </a:prstGeom>
        </p:spPr>
        <p:txBody>
          <a:bodyPr vert="horz" wrap="square" lIns="0" tIns="13335" rIns="0" bIns="0" rtlCol="0">
            <a:spAutoFit/>
          </a:bodyPr>
          <a:lstStyle/>
          <a:p>
            <a:pPr marL="355600" marR="6985" indent="-342900">
              <a:lnSpc>
                <a:spcPct val="100000"/>
              </a:lnSpc>
              <a:spcBef>
                <a:spcPts val="105"/>
              </a:spcBef>
              <a:buFont typeface="Wingdings"/>
              <a:buChar char=""/>
              <a:tabLst>
                <a:tab pos="354965" algn="l"/>
                <a:tab pos="355600" algn="l"/>
                <a:tab pos="1938655" algn="l"/>
                <a:tab pos="3204210" algn="l"/>
                <a:tab pos="3812540" algn="l"/>
                <a:tab pos="5554345" algn="l"/>
                <a:tab pos="6135370" algn="l"/>
                <a:tab pos="7479665" algn="l"/>
                <a:tab pos="7927975" algn="l"/>
              </a:tabLst>
            </a:pPr>
            <a:r>
              <a:rPr lang="en-US" sz="2400" dirty="0"/>
              <a:t>CO1 :: Apply ethical principles and integrity in professional, business, and IT practices </a:t>
            </a:r>
          </a:p>
          <a:p>
            <a:pPr marL="355600" marR="6985" indent="-342900">
              <a:lnSpc>
                <a:spcPct val="100000"/>
              </a:lnSpc>
              <a:spcBef>
                <a:spcPts val="105"/>
              </a:spcBef>
              <a:buFont typeface="Wingdings"/>
              <a:buChar char=""/>
              <a:tabLst>
                <a:tab pos="354965" algn="l"/>
                <a:tab pos="355600" algn="l"/>
                <a:tab pos="1938655" algn="l"/>
                <a:tab pos="3204210" algn="l"/>
                <a:tab pos="3812540" algn="l"/>
                <a:tab pos="5554345" algn="l"/>
                <a:tab pos="6135370" algn="l"/>
                <a:tab pos="7479665" algn="l"/>
                <a:tab pos="7927975" algn="l"/>
              </a:tabLst>
            </a:pPr>
            <a:r>
              <a:rPr lang="en-US" sz="2400" dirty="0"/>
              <a:t>CO2 :: Examine intellectual property concepts and their importance in innovation protection </a:t>
            </a:r>
          </a:p>
          <a:p>
            <a:pPr marL="355600" marR="6985" indent="-342900">
              <a:lnSpc>
                <a:spcPct val="100000"/>
              </a:lnSpc>
              <a:spcBef>
                <a:spcPts val="105"/>
              </a:spcBef>
              <a:buFont typeface="Wingdings"/>
              <a:buChar char=""/>
              <a:tabLst>
                <a:tab pos="354965" algn="l"/>
                <a:tab pos="355600" algn="l"/>
                <a:tab pos="1938655" algn="l"/>
                <a:tab pos="3204210" algn="l"/>
                <a:tab pos="3812540" algn="l"/>
                <a:tab pos="5554345" algn="l"/>
                <a:tab pos="6135370" algn="l"/>
                <a:tab pos="7479665" algn="l"/>
                <a:tab pos="7927975" algn="l"/>
              </a:tabLst>
            </a:pPr>
            <a:r>
              <a:rPr lang="en-US" sz="2400" dirty="0"/>
              <a:t>CO3 :: Identify startup schemes, funding sources, and legal support mechanisms. </a:t>
            </a:r>
          </a:p>
          <a:p>
            <a:pPr marL="355600" marR="6985" indent="-342900">
              <a:lnSpc>
                <a:spcPct val="100000"/>
              </a:lnSpc>
              <a:spcBef>
                <a:spcPts val="105"/>
              </a:spcBef>
              <a:buFont typeface="Wingdings"/>
              <a:buChar char=""/>
              <a:tabLst>
                <a:tab pos="354965" algn="l"/>
                <a:tab pos="355600" algn="l"/>
                <a:tab pos="1938655" algn="l"/>
                <a:tab pos="3204210" algn="l"/>
                <a:tab pos="3812540" algn="l"/>
                <a:tab pos="5554345" algn="l"/>
                <a:tab pos="6135370" algn="l"/>
                <a:tab pos="7479665" algn="l"/>
                <a:tab pos="7927975" algn="l"/>
              </a:tabLst>
            </a:pPr>
            <a:r>
              <a:rPr lang="en-US" sz="2400" dirty="0"/>
              <a:t>CO4 :: Apply startup planning techniques to develop an IT business plan. </a:t>
            </a:r>
          </a:p>
          <a:p>
            <a:pPr marL="355600" marR="6985" indent="-342900">
              <a:lnSpc>
                <a:spcPct val="100000"/>
              </a:lnSpc>
              <a:spcBef>
                <a:spcPts val="105"/>
              </a:spcBef>
              <a:buFont typeface="Wingdings"/>
              <a:buChar char=""/>
              <a:tabLst>
                <a:tab pos="354965" algn="l"/>
                <a:tab pos="355600" algn="l"/>
                <a:tab pos="1938655" algn="l"/>
                <a:tab pos="3204210" algn="l"/>
                <a:tab pos="3812540" algn="l"/>
                <a:tab pos="5554345" algn="l"/>
                <a:tab pos="6135370" algn="l"/>
                <a:tab pos="7479665" algn="l"/>
                <a:tab pos="7927975" algn="l"/>
              </a:tabLst>
            </a:pPr>
            <a:r>
              <a:rPr lang="en-US" sz="2400" dirty="0"/>
              <a:t>CO5 :: Analyze trends, technologies, and diversity in the IT and ITES industry. </a:t>
            </a:r>
          </a:p>
          <a:p>
            <a:pPr marL="355600" marR="6985" indent="-342900">
              <a:lnSpc>
                <a:spcPct val="100000"/>
              </a:lnSpc>
              <a:spcBef>
                <a:spcPts val="105"/>
              </a:spcBef>
              <a:buFont typeface="Wingdings"/>
              <a:buChar char=""/>
              <a:tabLst>
                <a:tab pos="354965" algn="l"/>
                <a:tab pos="355600" algn="l"/>
                <a:tab pos="1938655" algn="l"/>
                <a:tab pos="3204210" algn="l"/>
                <a:tab pos="3812540" algn="l"/>
                <a:tab pos="5554345" algn="l"/>
                <a:tab pos="6135370" algn="l"/>
                <a:tab pos="7479665" algn="l"/>
                <a:tab pos="7927975" algn="l"/>
              </a:tabLst>
            </a:pPr>
            <a:r>
              <a:rPr lang="en-US" sz="2400" dirty="0"/>
              <a:t>CO6 :: Analyze ethical, legal, and security issues in information security. </a:t>
            </a:r>
            <a:endParaRPr sz="2000" dirty="0">
              <a:latin typeface="Comic Sans MS"/>
              <a:cs typeface="Comic Sans M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23728" y="0"/>
            <a:ext cx="4122420" cy="574040"/>
          </a:xfrm>
          <a:prstGeom prst="rect">
            <a:avLst/>
          </a:prstGeom>
        </p:spPr>
        <p:txBody>
          <a:bodyPr vert="horz" wrap="square" lIns="0" tIns="12700" rIns="0" bIns="0" rtlCol="0">
            <a:spAutoFit/>
          </a:bodyPr>
          <a:lstStyle/>
          <a:p>
            <a:pPr marL="12700">
              <a:lnSpc>
                <a:spcPct val="100000"/>
              </a:lnSpc>
              <a:spcBef>
                <a:spcPts val="100"/>
              </a:spcBef>
            </a:pPr>
            <a:r>
              <a:rPr dirty="0">
                <a:latin typeface="Times New Roman" panose="02020603050405020304" pitchFamily="18" charset="0"/>
                <a:cs typeface="Times New Roman" panose="02020603050405020304" pitchFamily="18" charset="0"/>
              </a:rPr>
              <a:t>Program</a:t>
            </a:r>
            <a:r>
              <a:rPr spc="-120" dirty="0">
                <a:latin typeface="Times New Roman" panose="02020603050405020304" pitchFamily="18" charset="0"/>
                <a:cs typeface="Times New Roman" panose="02020603050405020304" pitchFamily="18" charset="0"/>
              </a:rPr>
              <a:t> </a:t>
            </a:r>
            <a:r>
              <a:rPr spc="-5" dirty="0">
                <a:latin typeface="Times New Roman" panose="02020603050405020304" pitchFamily="18" charset="0"/>
                <a:cs typeface="Times New Roman" panose="02020603050405020304" pitchFamily="18" charset="0"/>
              </a:rPr>
              <a:t>Outcomes</a:t>
            </a:r>
          </a:p>
        </p:txBody>
      </p:sp>
      <p:sp>
        <p:nvSpPr>
          <p:cNvPr id="3" name="object 3"/>
          <p:cNvSpPr txBox="1"/>
          <p:nvPr/>
        </p:nvSpPr>
        <p:spPr>
          <a:xfrm>
            <a:off x="251520" y="1124744"/>
            <a:ext cx="8496300" cy="4928657"/>
          </a:xfrm>
          <a:prstGeom prst="rect">
            <a:avLst/>
          </a:prstGeom>
        </p:spPr>
        <p:txBody>
          <a:bodyPr vert="horz" wrap="square" lIns="0" tIns="13335" rIns="0" bIns="0" rtlCol="0">
            <a:spAutoFit/>
          </a:bodyPr>
          <a:lstStyle/>
          <a:p>
            <a:pPr marL="355600" marR="408305" indent="-342900" algn="just">
              <a:lnSpc>
                <a:spcPct val="100000"/>
              </a:lnSpc>
              <a:spcBef>
                <a:spcPts val="105"/>
              </a:spcBef>
              <a:buChar char="•"/>
              <a:tabLst>
                <a:tab pos="354965" algn="l"/>
                <a:tab pos="355600" algn="l"/>
              </a:tabLst>
            </a:pPr>
            <a:r>
              <a:rPr sz="2000" dirty="0">
                <a:latin typeface="Times New Roman" panose="02020603050405020304" pitchFamily="18" charset="0"/>
                <a:cs typeface="Times New Roman" panose="02020603050405020304" pitchFamily="18" charset="0"/>
              </a:rPr>
              <a:t>PO1::Apply </a:t>
            </a:r>
            <a:r>
              <a:rPr sz="2000" spc="-5" dirty="0">
                <a:latin typeface="Times New Roman" panose="02020603050405020304" pitchFamily="18" charset="0"/>
                <a:cs typeface="Times New Roman" panose="02020603050405020304" pitchFamily="18" charset="0"/>
              </a:rPr>
              <a:t>the knowledge </a:t>
            </a:r>
            <a:r>
              <a:rPr sz="2000" dirty="0">
                <a:latin typeface="Times New Roman" panose="02020603050405020304" pitchFamily="18" charset="0"/>
                <a:cs typeface="Times New Roman" panose="02020603050405020304" pitchFamily="18" charset="0"/>
              </a:rPr>
              <a:t>of mathematics, science, </a:t>
            </a:r>
            <a:r>
              <a:rPr sz="2000" spc="-5" dirty="0">
                <a:latin typeface="Times New Roman" panose="02020603050405020304" pitchFamily="18" charset="0"/>
                <a:cs typeface="Times New Roman" panose="02020603050405020304" pitchFamily="18" charset="0"/>
              </a:rPr>
              <a:t>engineering </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fundamentals,</a:t>
            </a:r>
            <a:r>
              <a:rPr sz="2000" spc="-2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and</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an</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engineering</a:t>
            </a:r>
            <a:r>
              <a:rPr sz="2000" spc="4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specialization</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to</a:t>
            </a:r>
            <a:r>
              <a:rPr sz="2000" spc="-1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the </a:t>
            </a:r>
            <a:r>
              <a:rPr sz="2000" dirty="0">
                <a:latin typeface="Times New Roman" panose="02020603050405020304" pitchFamily="18" charset="0"/>
                <a:cs typeface="Times New Roman" panose="02020603050405020304" pitchFamily="18" charset="0"/>
              </a:rPr>
              <a:t>solution</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 </a:t>
            </a:r>
            <a:r>
              <a:rPr sz="2000" spc="-5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complex</a:t>
            </a:r>
            <a:r>
              <a:rPr sz="2000" spc="-3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engineering</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problems.</a:t>
            </a:r>
          </a:p>
          <a:p>
            <a:pPr algn="just">
              <a:lnSpc>
                <a:spcPct val="100000"/>
              </a:lnSpc>
              <a:spcBef>
                <a:spcPts val="30"/>
              </a:spcBef>
              <a:buFont typeface="Comic Sans MS"/>
              <a:buChar char="•"/>
            </a:pPr>
            <a:endParaRPr sz="2000" dirty="0">
              <a:latin typeface="Times New Roman" panose="02020603050405020304" pitchFamily="18" charset="0"/>
              <a:cs typeface="Times New Roman" panose="02020603050405020304" pitchFamily="18" charset="0"/>
            </a:endParaRPr>
          </a:p>
          <a:p>
            <a:pPr marL="355600" marR="381000" indent="-342900" algn="just">
              <a:lnSpc>
                <a:spcPct val="99400"/>
              </a:lnSpc>
              <a:buChar char="•"/>
              <a:tabLst>
                <a:tab pos="354965" algn="l"/>
                <a:tab pos="355600" algn="l"/>
              </a:tabLst>
            </a:pPr>
            <a:r>
              <a:rPr sz="2000" spc="-5" dirty="0">
                <a:latin typeface="Times New Roman" panose="02020603050405020304" pitchFamily="18" charset="0"/>
                <a:cs typeface="Times New Roman" panose="02020603050405020304" pitchFamily="18" charset="0"/>
              </a:rPr>
              <a:t>PO2::Identify,</a:t>
            </a:r>
            <a:r>
              <a:rPr sz="2000" spc="-3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formulate,</a:t>
            </a:r>
            <a:r>
              <a:rPr sz="2000" spc="-2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review</a:t>
            </a:r>
            <a:r>
              <a:rPr sz="2000" spc="1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research</a:t>
            </a:r>
            <a:r>
              <a:rPr sz="2000" spc="2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literature, and</a:t>
            </a:r>
            <a:r>
              <a:rPr sz="2000" spc="5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analyse </a:t>
            </a:r>
            <a:r>
              <a:rPr sz="2000" spc="-5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complex</a:t>
            </a:r>
            <a:r>
              <a:rPr sz="2000" spc="-3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engineering</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problems </a:t>
            </a:r>
            <a:r>
              <a:rPr sz="2000" spc="-5" dirty="0">
                <a:latin typeface="Times New Roman" panose="02020603050405020304" pitchFamily="18" charset="0"/>
                <a:cs typeface="Times New Roman" panose="02020603050405020304" pitchFamily="18" charset="0"/>
              </a:rPr>
              <a:t>reaching</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substantiated</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conclusions </a:t>
            </a:r>
            <a:r>
              <a:rPr sz="2000" spc="-58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using first principles </a:t>
            </a:r>
            <a:r>
              <a:rPr sz="2000" dirty="0">
                <a:latin typeface="Times New Roman" panose="02020603050405020304" pitchFamily="18" charset="0"/>
                <a:cs typeface="Times New Roman" panose="02020603050405020304" pitchFamily="18" charset="0"/>
              </a:rPr>
              <a:t>of mathematics, </a:t>
            </a:r>
            <a:r>
              <a:rPr sz="2000" spc="-5" dirty="0">
                <a:latin typeface="Times New Roman" panose="02020603050405020304" pitchFamily="18" charset="0"/>
                <a:cs typeface="Times New Roman" panose="02020603050405020304" pitchFamily="18" charset="0"/>
              </a:rPr>
              <a:t>natural </a:t>
            </a:r>
            <a:r>
              <a:rPr sz="2000" dirty="0">
                <a:latin typeface="Times New Roman" panose="02020603050405020304" pitchFamily="18" charset="0"/>
                <a:cs typeface="Times New Roman" panose="02020603050405020304" pitchFamily="18" charset="0"/>
              </a:rPr>
              <a:t>sciences </a:t>
            </a:r>
            <a:r>
              <a:rPr sz="2000" spc="-5" dirty="0">
                <a:latin typeface="Times New Roman" panose="02020603050405020304" pitchFamily="18" charset="0"/>
                <a:cs typeface="Times New Roman" panose="02020603050405020304" pitchFamily="18" charset="0"/>
              </a:rPr>
              <a:t>and </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engineering</a:t>
            </a:r>
            <a:r>
              <a:rPr sz="2000" spc="3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sciences</a:t>
            </a:r>
            <a:r>
              <a:rPr sz="2000" spc="-5" dirty="0">
                <a:solidFill>
                  <a:srgbClr val="3333CC"/>
                </a:solidFill>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a:p>
            <a:pPr algn="just">
              <a:lnSpc>
                <a:spcPct val="100000"/>
              </a:lnSpc>
              <a:spcBef>
                <a:spcPts val="30"/>
              </a:spcBef>
              <a:buFont typeface="Comic Sans MS"/>
              <a:buChar char="•"/>
            </a:pPr>
            <a:endParaRPr sz="2000" dirty="0">
              <a:latin typeface="Times New Roman" panose="02020603050405020304" pitchFamily="18" charset="0"/>
              <a:cs typeface="Times New Roman" panose="02020603050405020304" pitchFamily="18" charset="0"/>
            </a:endParaRPr>
          </a:p>
          <a:p>
            <a:pPr marL="355600" marR="5080" indent="-342900" algn="just">
              <a:lnSpc>
                <a:spcPct val="100000"/>
              </a:lnSpc>
              <a:buChar char="•"/>
              <a:tabLst>
                <a:tab pos="354965" algn="l"/>
                <a:tab pos="355600" algn="l"/>
              </a:tabLst>
            </a:pPr>
            <a:r>
              <a:rPr sz="2000" dirty="0">
                <a:latin typeface="Times New Roman" panose="02020603050405020304" pitchFamily="18" charset="0"/>
                <a:cs typeface="Times New Roman" panose="02020603050405020304" pitchFamily="18" charset="0"/>
              </a:rPr>
              <a:t>PO3::Design solutions </a:t>
            </a:r>
            <a:r>
              <a:rPr sz="2000" spc="-5" dirty="0">
                <a:latin typeface="Times New Roman" panose="02020603050405020304" pitchFamily="18" charset="0"/>
                <a:cs typeface="Times New Roman" panose="02020603050405020304" pitchFamily="18" charset="0"/>
              </a:rPr>
              <a:t>for </a:t>
            </a:r>
            <a:r>
              <a:rPr sz="2000" dirty="0">
                <a:latin typeface="Times New Roman" panose="02020603050405020304" pitchFamily="18" charset="0"/>
                <a:cs typeface="Times New Roman" panose="02020603050405020304" pitchFamily="18" charset="0"/>
              </a:rPr>
              <a:t>complex </a:t>
            </a:r>
            <a:r>
              <a:rPr sz="2000" spc="-5" dirty="0">
                <a:latin typeface="Times New Roman" panose="02020603050405020304" pitchFamily="18" charset="0"/>
                <a:cs typeface="Times New Roman" panose="02020603050405020304" pitchFamily="18" charset="0"/>
              </a:rPr>
              <a:t>engineering </a:t>
            </a:r>
            <a:r>
              <a:rPr sz="2000" dirty="0">
                <a:latin typeface="Times New Roman" panose="02020603050405020304" pitchFamily="18" charset="0"/>
                <a:cs typeface="Times New Roman" panose="02020603050405020304" pitchFamily="18" charset="0"/>
              </a:rPr>
              <a:t>problems </a:t>
            </a:r>
            <a:r>
              <a:rPr sz="2000" spc="-5" dirty="0">
                <a:latin typeface="Times New Roman" panose="02020603050405020304" pitchFamily="18" charset="0"/>
                <a:cs typeface="Times New Roman" panose="02020603050405020304" pitchFamily="18" charset="0"/>
              </a:rPr>
              <a:t>and design </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system</a:t>
            </a:r>
            <a:r>
              <a:rPr sz="2000" spc="-2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components</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or</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processes</a:t>
            </a:r>
            <a:r>
              <a:rPr sz="2000" spc="3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that</a:t>
            </a:r>
            <a:r>
              <a:rPr sz="2000" spc="-1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meet</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a:t>
            </a:r>
            <a:r>
              <a:rPr sz="2000" spc="-1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specified</a:t>
            </a:r>
            <a:r>
              <a:rPr sz="2000" spc="1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needs</a:t>
            </a:r>
            <a:r>
              <a:rPr sz="2000" spc="2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with </a:t>
            </a:r>
            <a:r>
              <a:rPr sz="2000" spc="-58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appropriate</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consideration</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for the </a:t>
            </a:r>
            <a:r>
              <a:rPr sz="2000" dirty="0">
                <a:latin typeface="Times New Roman" panose="02020603050405020304" pitchFamily="18" charset="0"/>
                <a:cs typeface="Times New Roman" panose="02020603050405020304" pitchFamily="18" charset="0"/>
              </a:rPr>
              <a:t>public</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health</a:t>
            </a:r>
            <a:r>
              <a:rPr sz="2000" spc="-1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and</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safety,</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and</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the </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cultural,</a:t>
            </a:r>
            <a:r>
              <a:rPr sz="2000" spc="-3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societal,</a:t>
            </a:r>
            <a:r>
              <a:rPr sz="2000" spc="-1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and environmental</a:t>
            </a:r>
            <a:r>
              <a:rPr sz="2000" spc="2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considerations.</a:t>
            </a:r>
            <a:endParaRPr sz="2000" dirty="0">
              <a:latin typeface="Times New Roman" panose="02020603050405020304" pitchFamily="18" charset="0"/>
              <a:cs typeface="Times New Roman" panose="02020603050405020304" pitchFamily="18" charset="0"/>
            </a:endParaRPr>
          </a:p>
          <a:p>
            <a:pPr algn="just">
              <a:lnSpc>
                <a:spcPct val="100000"/>
              </a:lnSpc>
              <a:spcBef>
                <a:spcPts val="15"/>
              </a:spcBef>
              <a:buFont typeface="Comic Sans MS"/>
              <a:buChar char="•"/>
            </a:pPr>
            <a:endParaRPr sz="2000" dirty="0">
              <a:latin typeface="Times New Roman" panose="02020603050405020304" pitchFamily="18" charset="0"/>
              <a:cs typeface="Times New Roman" panose="02020603050405020304" pitchFamily="18" charset="0"/>
            </a:endParaRPr>
          </a:p>
          <a:p>
            <a:pPr marL="355600" marR="19050" indent="-342900" algn="just">
              <a:lnSpc>
                <a:spcPct val="100000"/>
              </a:lnSpc>
              <a:buChar char="•"/>
              <a:tabLst>
                <a:tab pos="354965" algn="l"/>
                <a:tab pos="355600" algn="l"/>
              </a:tabLst>
            </a:pPr>
            <a:r>
              <a:rPr sz="2000" dirty="0">
                <a:latin typeface="Times New Roman" panose="02020603050405020304" pitchFamily="18" charset="0"/>
                <a:cs typeface="Times New Roman" panose="02020603050405020304" pitchFamily="18" charset="0"/>
              </a:rPr>
              <a:t>PO4::Use</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research-based</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knowledge </a:t>
            </a:r>
            <a:r>
              <a:rPr sz="2000" spc="-5" dirty="0">
                <a:latin typeface="Times New Roman" panose="02020603050405020304" pitchFamily="18" charset="0"/>
                <a:cs typeface="Times New Roman" panose="02020603050405020304" pitchFamily="18" charset="0"/>
              </a:rPr>
              <a:t>and</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research</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methods</a:t>
            </a:r>
            <a:r>
              <a:rPr sz="2000" spc="-3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including </a:t>
            </a:r>
            <a:r>
              <a:rPr sz="2000" spc="-58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design</a:t>
            </a:r>
            <a:r>
              <a:rPr sz="2000" dirty="0">
                <a:latin typeface="Times New Roman" panose="02020603050405020304" pitchFamily="18" charset="0"/>
                <a:cs typeface="Times New Roman" panose="02020603050405020304" pitchFamily="18" charset="0"/>
              </a:rPr>
              <a:t> of</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experiments,</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analysis</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and</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interpretation </a:t>
            </a:r>
            <a:r>
              <a:rPr sz="2000" dirty="0">
                <a:latin typeface="Times New Roman" panose="02020603050405020304" pitchFamily="18" charset="0"/>
                <a:cs typeface="Times New Roman" panose="02020603050405020304" pitchFamily="18" charset="0"/>
              </a:rPr>
              <a:t>of</a:t>
            </a:r>
            <a:r>
              <a:rPr sz="2000" spc="-5" dirty="0">
                <a:latin typeface="Times New Roman" panose="02020603050405020304" pitchFamily="18" charset="0"/>
                <a:cs typeface="Times New Roman" panose="02020603050405020304" pitchFamily="18" charset="0"/>
              </a:rPr>
              <a:t> data,</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and </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synthesis</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the</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information</a:t>
            </a:r>
            <a:r>
              <a:rPr sz="2000" spc="-3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to</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provide</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valid</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conclusions.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0790" y="61492"/>
            <a:ext cx="4122420" cy="574040"/>
          </a:xfrm>
          <a:prstGeom prst="rect">
            <a:avLst/>
          </a:prstGeom>
        </p:spPr>
        <p:txBody>
          <a:bodyPr vert="horz" wrap="square" lIns="0" tIns="12700" rIns="0" bIns="0" rtlCol="0">
            <a:spAutoFit/>
          </a:bodyPr>
          <a:lstStyle/>
          <a:p>
            <a:pPr marL="12700">
              <a:lnSpc>
                <a:spcPct val="100000"/>
              </a:lnSpc>
              <a:spcBef>
                <a:spcPts val="100"/>
              </a:spcBef>
            </a:pPr>
            <a:r>
              <a:rPr lang="en-IN" dirty="0">
                <a:latin typeface="Times New Roman" panose="02020603050405020304" pitchFamily="18" charset="0"/>
                <a:cs typeface="Times New Roman" panose="02020603050405020304" pitchFamily="18" charset="0"/>
              </a:rPr>
              <a:t>Program</a:t>
            </a:r>
            <a:r>
              <a:rPr lang="en-IN" spc="-120" dirty="0">
                <a:latin typeface="Times New Roman" panose="02020603050405020304" pitchFamily="18" charset="0"/>
                <a:cs typeface="Times New Roman" panose="02020603050405020304" pitchFamily="18" charset="0"/>
              </a:rPr>
              <a:t> </a:t>
            </a:r>
            <a:r>
              <a:rPr lang="en-IN" spc="-5" dirty="0">
                <a:latin typeface="Times New Roman" panose="02020603050405020304" pitchFamily="18" charset="0"/>
                <a:cs typeface="Times New Roman" panose="02020603050405020304" pitchFamily="18" charset="0"/>
              </a:rPr>
              <a:t>Outcomes</a:t>
            </a:r>
            <a:endParaRPr spc="-5" dirty="0">
              <a:latin typeface="Times New Roman" panose="02020603050405020304" pitchFamily="18" charset="0"/>
              <a:cs typeface="Times New Roman" panose="02020603050405020304" pitchFamily="18" charset="0"/>
            </a:endParaRPr>
          </a:p>
        </p:txBody>
      </p:sp>
      <p:sp>
        <p:nvSpPr>
          <p:cNvPr id="3" name="object 3"/>
          <p:cNvSpPr txBox="1"/>
          <p:nvPr/>
        </p:nvSpPr>
        <p:spPr>
          <a:xfrm>
            <a:off x="249872" y="1124744"/>
            <a:ext cx="8644255" cy="4313104"/>
          </a:xfrm>
          <a:prstGeom prst="rect">
            <a:avLst/>
          </a:prstGeom>
        </p:spPr>
        <p:txBody>
          <a:bodyPr vert="horz" wrap="square" lIns="0" tIns="13335" rIns="0" bIns="0" rtlCol="0">
            <a:spAutoFit/>
          </a:bodyPr>
          <a:lstStyle/>
          <a:p>
            <a:pPr marL="355600" marR="60960" indent="-342900">
              <a:lnSpc>
                <a:spcPct val="100000"/>
              </a:lnSpc>
              <a:spcBef>
                <a:spcPts val="105"/>
              </a:spcBef>
              <a:buChar char="•"/>
              <a:tabLst>
                <a:tab pos="354965" algn="l"/>
                <a:tab pos="355600" algn="l"/>
              </a:tabLst>
            </a:pPr>
            <a:r>
              <a:rPr sz="2000" dirty="0">
                <a:latin typeface="Times New Roman" panose="02020603050405020304" pitchFamily="18" charset="0"/>
                <a:cs typeface="Times New Roman" panose="02020603050405020304" pitchFamily="18" charset="0"/>
              </a:rPr>
              <a:t>PO5::Create,</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select,</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and</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apply</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appropriate</a:t>
            </a:r>
            <a:r>
              <a:rPr sz="2000" spc="2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techniques,</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resources, and </a:t>
            </a:r>
            <a:r>
              <a:rPr sz="2000" spc="-5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modern</a:t>
            </a:r>
            <a:r>
              <a:rPr sz="2000" spc="-2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engineering</a:t>
            </a:r>
            <a:r>
              <a:rPr sz="2000" spc="3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and</a:t>
            </a:r>
            <a:r>
              <a:rPr sz="2000" dirty="0">
                <a:latin typeface="Times New Roman" panose="02020603050405020304" pitchFamily="18" charset="0"/>
                <a:cs typeface="Times New Roman" panose="02020603050405020304" pitchFamily="18" charset="0"/>
              </a:rPr>
              <a:t> IT tools</a:t>
            </a:r>
            <a:r>
              <a:rPr sz="2000" spc="-2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including</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prediction</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and</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modelling</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to </a:t>
            </a:r>
            <a:r>
              <a:rPr sz="2000" spc="-58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complex </a:t>
            </a:r>
            <a:r>
              <a:rPr sz="2000" spc="-5" dirty="0">
                <a:latin typeface="Times New Roman" panose="02020603050405020304" pitchFamily="18" charset="0"/>
                <a:cs typeface="Times New Roman" panose="02020603050405020304" pitchFamily="18" charset="0"/>
              </a:rPr>
              <a:t>engineering activities with an understanding </a:t>
            </a:r>
            <a:r>
              <a:rPr sz="2000" dirty="0">
                <a:latin typeface="Times New Roman" panose="02020603050405020304" pitchFamily="18" charset="0"/>
                <a:cs typeface="Times New Roman" panose="02020603050405020304" pitchFamily="18" charset="0"/>
              </a:rPr>
              <a:t>of </a:t>
            </a:r>
            <a:r>
              <a:rPr sz="2000" spc="-5" dirty="0">
                <a:latin typeface="Times New Roman" panose="02020603050405020304" pitchFamily="18" charset="0"/>
                <a:cs typeface="Times New Roman" panose="02020603050405020304" pitchFamily="18" charset="0"/>
              </a:rPr>
              <a:t>the </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limitations.</a:t>
            </a:r>
            <a:endParaRPr sz="2000" dirty="0">
              <a:latin typeface="Times New Roman" panose="02020603050405020304" pitchFamily="18" charset="0"/>
              <a:cs typeface="Times New Roman" panose="02020603050405020304" pitchFamily="18" charset="0"/>
            </a:endParaRPr>
          </a:p>
          <a:p>
            <a:pPr>
              <a:lnSpc>
                <a:spcPct val="100000"/>
              </a:lnSpc>
              <a:spcBef>
                <a:spcPts val="35"/>
              </a:spcBef>
              <a:buFont typeface="Comic Sans MS"/>
              <a:buChar char="•"/>
            </a:pPr>
            <a:endParaRPr sz="2000" dirty="0">
              <a:latin typeface="Times New Roman" panose="02020603050405020304" pitchFamily="18" charset="0"/>
              <a:cs typeface="Times New Roman" panose="02020603050405020304" pitchFamily="18" charset="0"/>
            </a:endParaRPr>
          </a:p>
          <a:p>
            <a:pPr marL="355600" marR="5080" indent="-342900">
              <a:lnSpc>
                <a:spcPct val="99200"/>
              </a:lnSpc>
              <a:buChar char="•"/>
              <a:tabLst>
                <a:tab pos="354965" algn="l"/>
                <a:tab pos="355600" algn="l"/>
              </a:tabLst>
            </a:pPr>
            <a:r>
              <a:rPr sz="2000" dirty="0">
                <a:latin typeface="Times New Roman" panose="02020603050405020304" pitchFamily="18" charset="0"/>
                <a:cs typeface="Times New Roman" panose="02020603050405020304" pitchFamily="18" charset="0"/>
              </a:rPr>
              <a:t>PO6::Apply </a:t>
            </a:r>
            <a:r>
              <a:rPr sz="2000" spc="-5" dirty="0">
                <a:latin typeface="Times New Roman" panose="02020603050405020304" pitchFamily="18" charset="0"/>
                <a:cs typeface="Times New Roman" panose="02020603050405020304" pitchFamily="18" charset="0"/>
              </a:rPr>
              <a:t>reasoning informed by the </a:t>
            </a:r>
            <a:r>
              <a:rPr sz="2000" dirty="0">
                <a:latin typeface="Times New Roman" panose="02020603050405020304" pitchFamily="18" charset="0"/>
                <a:cs typeface="Times New Roman" panose="02020603050405020304" pitchFamily="18" charset="0"/>
              </a:rPr>
              <a:t>contextual knowledge </a:t>
            </a:r>
            <a:r>
              <a:rPr sz="2000" spc="-5" dirty="0">
                <a:latin typeface="Times New Roman" panose="02020603050405020304" pitchFamily="18" charset="0"/>
                <a:cs typeface="Times New Roman" panose="02020603050405020304" pitchFamily="18" charset="0"/>
              </a:rPr>
              <a:t>to assess </a:t>
            </a:r>
            <a:r>
              <a:rPr sz="2000" spc="-5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societal, </a:t>
            </a:r>
            <a:r>
              <a:rPr sz="2000" spc="-5" dirty="0">
                <a:latin typeface="Times New Roman" panose="02020603050405020304" pitchFamily="18" charset="0"/>
                <a:cs typeface="Times New Roman" panose="02020603050405020304" pitchFamily="18" charset="0"/>
              </a:rPr>
              <a:t>health, safety, legal and cultural issues and the </a:t>
            </a:r>
            <a:r>
              <a:rPr sz="2000" dirty="0">
                <a:latin typeface="Times New Roman" panose="02020603050405020304" pitchFamily="18" charset="0"/>
                <a:cs typeface="Times New Roman" panose="02020603050405020304" pitchFamily="18" charset="0"/>
              </a:rPr>
              <a:t>consequent </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responsibilities relevant</a:t>
            </a:r>
            <a:r>
              <a:rPr sz="2000" spc="2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to</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the</a:t>
            </a:r>
            <a:r>
              <a:rPr sz="2000" spc="-1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professional</a:t>
            </a:r>
            <a:r>
              <a:rPr sz="2000" spc="2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engineering</a:t>
            </a:r>
            <a:r>
              <a:rPr sz="2000" spc="4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practice</a:t>
            </a:r>
            <a:r>
              <a:rPr sz="2000" dirty="0">
                <a:solidFill>
                  <a:srgbClr val="3333CC"/>
                </a:solidFill>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a:p>
            <a:pPr>
              <a:lnSpc>
                <a:spcPct val="100000"/>
              </a:lnSpc>
              <a:spcBef>
                <a:spcPts val="30"/>
              </a:spcBef>
              <a:buFont typeface="Comic Sans MS"/>
              <a:buChar char="•"/>
            </a:pPr>
            <a:endParaRPr sz="2000" dirty="0">
              <a:latin typeface="Times New Roman" panose="02020603050405020304" pitchFamily="18" charset="0"/>
              <a:cs typeface="Times New Roman" panose="02020603050405020304" pitchFamily="18" charset="0"/>
            </a:endParaRPr>
          </a:p>
          <a:p>
            <a:pPr marL="355600" marR="21590" indent="-342900">
              <a:lnSpc>
                <a:spcPct val="100000"/>
              </a:lnSpc>
              <a:buChar char="•"/>
              <a:tabLst>
                <a:tab pos="354965" algn="l"/>
                <a:tab pos="355600" algn="l"/>
              </a:tabLst>
            </a:pPr>
            <a:r>
              <a:rPr sz="2000" spc="-5" dirty="0">
                <a:latin typeface="Times New Roman" panose="02020603050405020304" pitchFamily="18" charset="0"/>
                <a:cs typeface="Times New Roman" panose="02020603050405020304" pitchFamily="18" charset="0"/>
              </a:rPr>
              <a:t>PO7::Understand</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the</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impact</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5" dirty="0">
                <a:latin typeface="Times New Roman" panose="02020603050405020304" pitchFamily="18" charset="0"/>
                <a:cs typeface="Times New Roman" panose="02020603050405020304" pitchFamily="18" charset="0"/>
              </a:rPr>
              <a:t> the</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professional</a:t>
            </a:r>
            <a:r>
              <a:rPr sz="2000" spc="2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engineering</a:t>
            </a:r>
            <a:r>
              <a:rPr sz="2000" spc="5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solutions </a:t>
            </a:r>
            <a:r>
              <a:rPr sz="2000" spc="-58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in </a:t>
            </a:r>
            <a:r>
              <a:rPr sz="2000" dirty="0">
                <a:latin typeface="Times New Roman" panose="02020603050405020304" pitchFamily="18" charset="0"/>
                <a:cs typeface="Times New Roman" panose="02020603050405020304" pitchFamily="18" charset="0"/>
              </a:rPr>
              <a:t>societal </a:t>
            </a:r>
            <a:r>
              <a:rPr sz="2000" spc="-5" dirty="0">
                <a:latin typeface="Times New Roman" panose="02020603050405020304" pitchFamily="18" charset="0"/>
                <a:cs typeface="Times New Roman" panose="02020603050405020304" pitchFamily="18" charset="0"/>
              </a:rPr>
              <a:t>and environmental </a:t>
            </a:r>
            <a:r>
              <a:rPr sz="2000" dirty="0">
                <a:latin typeface="Times New Roman" panose="02020603050405020304" pitchFamily="18" charset="0"/>
                <a:cs typeface="Times New Roman" panose="02020603050405020304" pitchFamily="18" charset="0"/>
              </a:rPr>
              <a:t>contexts, </a:t>
            </a:r>
            <a:r>
              <a:rPr sz="2000" spc="-5" dirty="0">
                <a:latin typeface="Times New Roman" panose="02020603050405020304" pitchFamily="18" charset="0"/>
                <a:cs typeface="Times New Roman" panose="02020603050405020304" pitchFamily="18" charset="0"/>
              </a:rPr>
              <a:t>and demonstrate the </a:t>
            </a:r>
            <a:r>
              <a:rPr sz="2000" dirty="0">
                <a:latin typeface="Times New Roman" panose="02020603050405020304" pitchFamily="18" charset="0"/>
                <a:cs typeface="Times New Roman" panose="02020603050405020304" pitchFamily="18" charset="0"/>
              </a:rPr>
              <a:t> knowledge</a:t>
            </a:r>
            <a:r>
              <a:rPr sz="2000" spc="-2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2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and</a:t>
            </a:r>
            <a:r>
              <a:rPr sz="2000" spc="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need</a:t>
            </a:r>
            <a:r>
              <a:rPr sz="2000" spc="2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for</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sustainable</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development</a:t>
            </a:r>
            <a:endParaRPr sz="2000" dirty="0">
              <a:latin typeface="Times New Roman" panose="02020603050405020304" pitchFamily="18" charset="0"/>
              <a:cs typeface="Times New Roman" panose="02020603050405020304" pitchFamily="18" charset="0"/>
            </a:endParaRPr>
          </a:p>
          <a:p>
            <a:pPr>
              <a:lnSpc>
                <a:spcPct val="100000"/>
              </a:lnSpc>
              <a:spcBef>
                <a:spcPts val="15"/>
              </a:spcBef>
              <a:buFont typeface="Comic Sans MS"/>
              <a:buChar char="•"/>
            </a:pPr>
            <a:endParaRPr sz="2000" dirty="0">
              <a:latin typeface="Times New Roman" panose="02020603050405020304" pitchFamily="18" charset="0"/>
              <a:cs typeface="Times New Roman" panose="02020603050405020304" pitchFamily="18" charset="0"/>
            </a:endParaRPr>
          </a:p>
          <a:p>
            <a:pPr marL="355600" marR="328930" indent="-342900">
              <a:lnSpc>
                <a:spcPct val="100000"/>
              </a:lnSpc>
              <a:buChar char="•"/>
              <a:tabLst>
                <a:tab pos="354965" algn="l"/>
                <a:tab pos="355600" algn="l"/>
              </a:tabLst>
            </a:pPr>
            <a:r>
              <a:rPr sz="2000" dirty="0">
                <a:latin typeface="Times New Roman" panose="02020603050405020304" pitchFamily="18" charset="0"/>
                <a:cs typeface="Times New Roman" panose="02020603050405020304" pitchFamily="18" charset="0"/>
              </a:rPr>
              <a:t>PO8::Apply</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ethical</a:t>
            </a:r>
            <a:r>
              <a:rPr sz="2000" spc="-1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principles</a:t>
            </a:r>
            <a:r>
              <a:rPr sz="2000" spc="2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and</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commit</a:t>
            </a:r>
            <a:r>
              <a:rPr sz="2000" spc="-4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to</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professional</a:t>
            </a:r>
            <a:r>
              <a:rPr sz="2000" spc="2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ethics</a:t>
            </a:r>
            <a:r>
              <a:rPr sz="2000" spc="-1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and </a:t>
            </a:r>
            <a:r>
              <a:rPr sz="2000" spc="-58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responsibilities</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and</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norms </a:t>
            </a:r>
            <a:r>
              <a:rPr sz="2000" dirty="0">
                <a:latin typeface="Times New Roman" panose="02020603050405020304" pitchFamily="18" charset="0"/>
                <a:cs typeface="Times New Roman" panose="02020603050405020304" pitchFamily="18" charset="0"/>
              </a:rPr>
              <a:t>of</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the</a:t>
            </a:r>
            <a:r>
              <a:rPr sz="2000" spc="-2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engineering</a:t>
            </a:r>
            <a:r>
              <a:rPr sz="2000" spc="4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practice.</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56827" y="0"/>
            <a:ext cx="4030345" cy="574040"/>
          </a:xfrm>
          <a:prstGeom prst="rect">
            <a:avLst/>
          </a:prstGeom>
        </p:spPr>
        <p:txBody>
          <a:bodyPr vert="horz" wrap="square" lIns="0" tIns="12700" rIns="0" bIns="0" rtlCol="0">
            <a:spAutoFit/>
          </a:bodyPr>
          <a:lstStyle/>
          <a:p>
            <a:pPr marL="12700">
              <a:lnSpc>
                <a:spcPct val="100000"/>
              </a:lnSpc>
              <a:spcBef>
                <a:spcPts val="100"/>
              </a:spcBef>
            </a:pPr>
            <a:r>
              <a:rPr b="0" dirty="0">
                <a:latin typeface="Times New Roman" panose="02020603050405020304" pitchFamily="18" charset="0"/>
                <a:cs typeface="Times New Roman" panose="02020603050405020304" pitchFamily="18" charset="0"/>
              </a:rPr>
              <a:t>Program</a:t>
            </a:r>
            <a:r>
              <a:rPr b="0" spc="-120" dirty="0">
                <a:latin typeface="Times New Roman" panose="02020603050405020304" pitchFamily="18" charset="0"/>
                <a:cs typeface="Times New Roman" panose="02020603050405020304" pitchFamily="18" charset="0"/>
              </a:rPr>
              <a:t> </a:t>
            </a:r>
            <a:r>
              <a:rPr b="0" spc="-5" dirty="0">
                <a:latin typeface="Times New Roman" panose="02020603050405020304" pitchFamily="18" charset="0"/>
                <a:cs typeface="Times New Roman" panose="02020603050405020304" pitchFamily="18" charset="0"/>
              </a:rPr>
              <a:t>Outcomes</a:t>
            </a:r>
          </a:p>
        </p:txBody>
      </p:sp>
      <p:sp>
        <p:nvSpPr>
          <p:cNvPr id="3" name="object 3"/>
          <p:cNvSpPr txBox="1"/>
          <p:nvPr/>
        </p:nvSpPr>
        <p:spPr>
          <a:xfrm>
            <a:off x="179512" y="1113943"/>
            <a:ext cx="8625205" cy="4630114"/>
          </a:xfrm>
          <a:prstGeom prst="rect">
            <a:avLst/>
          </a:prstGeom>
        </p:spPr>
        <p:txBody>
          <a:bodyPr vert="horz" wrap="square" lIns="0" tIns="13335" rIns="0" bIns="0" rtlCol="0">
            <a:spAutoFit/>
          </a:bodyPr>
          <a:lstStyle/>
          <a:p>
            <a:pPr marL="355600" marR="95250" indent="-342900">
              <a:lnSpc>
                <a:spcPct val="100000"/>
              </a:lnSpc>
              <a:spcBef>
                <a:spcPts val="105"/>
              </a:spcBef>
              <a:buChar char="•"/>
              <a:tabLst>
                <a:tab pos="354965" algn="l"/>
                <a:tab pos="355600" algn="l"/>
              </a:tabLst>
            </a:pPr>
            <a:r>
              <a:rPr sz="2000" dirty="0">
                <a:latin typeface="Times New Roman" panose="02020603050405020304" pitchFamily="18" charset="0"/>
                <a:cs typeface="Times New Roman" panose="02020603050405020304" pitchFamily="18" charset="0"/>
              </a:rPr>
              <a:t>PO9::Function </a:t>
            </a:r>
            <a:r>
              <a:rPr sz="2000" spc="-5" dirty="0">
                <a:latin typeface="Times New Roman" panose="02020603050405020304" pitchFamily="18" charset="0"/>
                <a:cs typeface="Times New Roman" panose="02020603050405020304" pitchFamily="18" charset="0"/>
              </a:rPr>
              <a:t>effectively as an individual, and as </a:t>
            </a:r>
            <a:r>
              <a:rPr sz="2000" dirty="0">
                <a:latin typeface="Times New Roman" panose="02020603050405020304" pitchFamily="18" charset="0"/>
                <a:cs typeface="Times New Roman" panose="02020603050405020304" pitchFamily="18" charset="0"/>
              </a:rPr>
              <a:t>a member or </a:t>
            </a:r>
            <a:r>
              <a:rPr sz="2000" spc="-5" dirty="0">
                <a:latin typeface="Times New Roman" panose="02020603050405020304" pitchFamily="18" charset="0"/>
                <a:cs typeface="Times New Roman" panose="02020603050405020304" pitchFamily="18" charset="0"/>
              </a:rPr>
              <a:t>leader </a:t>
            </a:r>
            <a:r>
              <a:rPr sz="2000" spc="-58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in</a:t>
            </a:r>
            <a:r>
              <a:rPr sz="2000" spc="-1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diverse</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teams,</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and</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in</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multidisciplinary</a:t>
            </a:r>
            <a:r>
              <a:rPr sz="2000" spc="-2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settings</a:t>
            </a:r>
            <a:endParaRPr sz="2000" dirty="0">
              <a:latin typeface="Times New Roman" panose="02020603050405020304" pitchFamily="18" charset="0"/>
              <a:cs typeface="Times New Roman" panose="02020603050405020304" pitchFamily="18" charset="0"/>
            </a:endParaRPr>
          </a:p>
          <a:p>
            <a:pPr>
              <a:lnSpc>
                <a:spcPct val="100000"/>
              </a:lnSpc>
              <a:spcBef>
                <a:spcPts val="10"/>
              </a:spcBef>
              <a:buFont typeface="Comic Sans MS"/>
              <a:buChar char="•"/>
            </a:pPr>
            <a:endParaRPr sz="2000" dirty="0">
              <a:latin typeface="Times New Roman" panose="02020603050405020304" pitchFamily="18" charset="0"/>
              <a:cs typeface="Times New Roman" panose="02020603050405020304" pitchFamily="18" charset="0"/>
            </a:endParaRPr>
          </a:p>
          <a:p>
            <a:pPr marL="355600" marR="5080" indent="-342900">
              <a:lnSpc>
                <a:spcPct val="100000"/>
              </a:lnSpc>
              <a:spcBef>
                <a:spcPts val="5"/>
              </a:spcBef>
              <a:buChar char="•"/>
              <a:tabLst>
                <a:tab pos="354965" algn="l"/>
                <a:tab pos="355600" algn="l"/>
              </a:tabLst>
            </a:pPr>
            <a:r>
              <a:rPr sz="2000" dirty="0">
                <a:latin typeface="Times New Roman" panose="02020603050405020304" pitchFamily="18" charset="0"/>
                <a:cs typeface="Times New Roman" panose="02020603050405020304" pitchFamily="18" charset="0"/>
              </a:rPr>
              <a:t>PO10::Communicate </a:t>
            </a:r>
            <a:r>
              <a:rPr sz="2000" spc="-5" dirty="0">
                <a:latin typeface="Times New Roman" panose="02020603050405020304" pitchFamily="18" charset="0"/>
                <a:cs typeface="Times New Roman" panose="02020603050405020304" pitchFamily="18" charset="0"/>
              </a:rPr>
              <a:t>effectively </a:t>
            </a:r>
            <a:r>
              <a:rPr sz="2000" dirty="0">
                <a:latin typeface="Times New Roman" panose="02020603050405020304" pitchFamily="18" charset="0"/>
                <a:cs typeface="Times New Roman" panose="02020603050405020304" pitchFamily="18" charset="0"/>
              </a:rPr>
              <a:t>on complex </a:t>
            </a:r>
            <a:r>
              <a:rPr sz="2000" spc="-5" dirty="0">
                <a:latin typeface="Times New Roman" panose="02020603050405020304" pitchFamily="18" charset="0"/>
                <a:cs typeface="Times New Roman" panose="02020603050405020304" pitchFamily="18" charset="0"/>
              </a:rPr>
              <a:t>engineering activities with </a:t>
            </a:r>
            <a:r>
              <a:rPr sz="2000" spc="-5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the </a:t>
            </a:r>
            <a:r>
              <a:rPr sz="2000" spc="-5" dirty="0">
                <a:latin typeface="Times New Roman" panose="02020603050405020304" pitchFamily="18" charset="0"/>
                <a:cs typeface="Times New Roman" panose="02020603050405020304" pitchFamily="18" charset="0"/>
              </a:rPr>
              <a:t>engineering </a:t>
            </a:r>
            <a:r>
              <a:rPr sz="2000" dirty="0">
                <a:latin typeface="Times New Roman" panose="02020603050405020304" pitchFamily="18" charset="0"/>
                <a:cs typeface="Times New Roman" panose="02020603050405020304" pitchFamily="18" charset="0"/>
              </a:rPr>
              <a:t>community </a:t>
            </a:r>
            <a:r>
              <a:rPr sz="2000" spc="-5" dirty="0">
                <a:latin typeface="Times New Roman" panose="02020603050405020304" pitchFamily="18" charset="0"/>
                <a:cs typeface="Times New Roman" panose="02020603050405020304" pitchFamily="18" charset="0"/>
              </a:rPr>
              <a:t>and with </a:t>
            </a:r>
            <a:r>
              <a:rPr sz="2000" dirty="0">
                <a:latin typeface="Times New Roman" panose="02020603050405020304" pitchFamily="18" charset="0"/>
                <a:cs typeface="Times New Roman" panose="02020603050405020304" pitchFamily="18" charset="0"/>
              </a:rPr>
              <a:t>society </a:t>
            </a:r>
            <a:r>
              <a:rPr sz="2000" spc="-5" dirty="0">
                <a:latin typeface="Times New Roman" panose="02020603050405020304" pitchFamily="18" charset="0"/>
                <a:cs typeface="Times New Roman" panose="02020603050405020304" pitchFamily="18" charset="0"/>
              </a:rPr>
              <a:t>at </a:t>
            </a:r>
            <a:r>
              <a:rPr sz="2000" dirty="0">
                <a:latin typeface="Times New Roman" panose="02020603050405020304" pitchFamily="18" charset="0"/>
                <a:cs typeface="Times New Roman" panose="02020603050405020304" pitchFamily="18" charset="0"/>
              </a:rPr>
              <a:t>large, such </a:t>
            </a:r>
            <a:r>
              <a:rPr sz="2000" spc="-5" dirty="0">
                <a:latin typeface="Times New Roman" panose="02020603050405020304" pitchFamily="18" charset="0"/>
                <a:cs typeface="Times New Roman" panose="02020603050405020304" pitchFamily="18" charset="0"/>
              </a:rPr>
              <a:t>as, being </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able</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to</a:t>
            </a:r>
            <a:r>
              <a:rPr sz="2000" spc="-2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comprehend</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and</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write</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effective</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reports</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and</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design </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documentation,</a:t>
            </a:r>
            <a:r>
              <a:rPr sz="2000" spc="-5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make</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effective</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presentations,</a:t>
            </a:r>
            <a:r>
              <a:rPr sz="2000" spc="2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and</a:t>
            </a:r>
            <a:r>
              <a:rPr sz="2000" spc="1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give</a:t>
            </a:r>
            <a:r>
              <a:rPr sz="2000" spc="-5" dirty="0">
                <a:latin typeface="Times New Roman" panose="02020603050405020304" pitchFamily="18" charset="0"/>
                <a:cs typeface="Times New Roman" panose="02020603050405020304" pitchFamily="18" charset="0"/>
              </a:rPr>
              <a:t> and</a:t>
            </a:r>
            <a:r>
              <a:rPr sz="2000" spc="1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receive </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clear</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instructions.</a:t>
            </a:r>
            <a:endParaRPr sz="2000" dirty="0">
              <a:latin typeface="Times New Roman" panose="02020603050405020304" pitchFamily="18" charset="0"/>
              <a:cs typeface="Times New Roman" panose="02020603050405020304" pitchFamily="18" charset="0"/>
            </a:endParaRPr>
          </a:p>
          <a:p>
            <a:pPr>
              <a:lnSpc>
                <a:spcPct val="100000"/>
              </a:lnSpc>
              <a:spcBef>
                <a:spcPts val="15"/>
              </a:spcBef>
            </a:pPr>
            <a:endParaRPr sz="2000" dirty="0">
              <a:latin typeface="Times New Roman" panose="02020603050405020304" pitchFamily="18" charset="0"/>
              <a:cs typeface="Times New Roman" panose="02020603050405020304" pitchFamily="18" charset="0"/>
            </a:endParaRPr>
          </a:p>
          <a:p>
            <a:pPr marL="355600" marR="354965" indent="-116205">
              <a:lnSpc>
                <a:spcPct val="100000"/>
              </a:lnSpc>
              <a:spcBef>
                <a:spcPts val="5"/>
              </a:spcBef>
            </a:pPr>
            <a:r>
              <a:rPr sz="2000" dirty="0">
                <a:latin typeface="Times New Roman" panose="02020603050405020304" pitchFamily="18" charset="0"/>
                <a:cs typeface="Times New Roman" panose="02020603050405020304" pitchFamily="18" charset="0"/>
              </a:rPr>
              <a:t>PO11::Demonstrate </a:t>
            </a:r>
            <a:r>
              <a:rPr sz="2000" spc="-5" dirty="0">
                <a:latin typeface="Times New Roman" panose="02020603050405020304" pitchFamily="18" charset="0"/>
                <a:cs typeface="Times New Roman" panose="02020603050405020304" pitchFamily="18" charset="0"/>
              </a:rPr>
              <a:t>knowledge and understanding </a:t>
            </a:r>
            <a:r>
              <a:rPr sz="2000" dirty="0">
                <a:latin typeface="Times New Roman" panose="02020603050405020304" pitchFamily="18" charset="0"/>
                <a:cs typeface="Times New Roman" panose="02020603050405020304" pitchFamily="18" charset="0"/>
              </a:rPr>
              <a:t>of the </a:t>
            </a:r>
            <a:r>
              <a:rPr sz="2000" spc="-5" dirty="0">
                <a:latin typeface="Times New Roman" panose="02020603050405020304" pitchFamily="18" charset="0"/>
                <a:cs typeface="Times New Roman" panose="02020603050405020304" pitchFamily="18" charset="0"/>
              </a:rPr>
              <a:t>engineering </a:t>
            </a:r>
            <a:r>
              <a:rPr sz="2000" spc="-58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and management</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principles</a:t>
            </a:r>
            <a:r>
              <a:rPr sz="2000" spc="2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and</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apply</a:t>
            </a:r>
            <a:r>
              <a:rPr sz="2000" spc="2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these</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to one’s</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own</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work,</a:t>
            </a:r>
            <a:r>
              <a:rPr sz="2000" spc="-2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as</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 </a:t>
            </a:r>
            <a:r>
              <a:rPr sz="2000" spc="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member</a:t>
            </a:r>
            <a:r>
              <a:rPr sz="2000" spc="-1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and</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leader</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in</a:t>
            </a:r>
            <a:r>
              <a:rPr sz="2000" spc="1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a</a:t>
            </a:r>
            <a:r>
              <a:rPr sz="2000" spc="-5" dirty="0">
                <a:latin typeface="Times New Roman" panose="02020603050405020304" pitchFamily="18" charset="0"/>
                <a:cs typeface="Times New Roman" panose="02020603050405020304" pitchFamily="18" charset="0"/>
              </a:rPr>
              <a:t> team,</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to</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manage</a:t>
            </a:r>
            <a:r>
              <a:rPr sz="2000" spc="1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projects</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and</a:t>
            </a:r>
            <a:r>
              <a:rPr sz="2000" spc="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in </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multidisciplinary</a:t>
            </a:r>
            <a:r>
              <a:rPr sz="2000" spc="-4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environments.</a:t>
            </a:r>
            <a:endParaRPr sz="2000" dirty="0">
              <a:latin typeface="Times New Roman" panose="02020603050405020304" pitchFamily="18" charset="0"/>
              <a:cs typeface="Times New Roman" panose="02020603050405020304" pitchFamily="18" charset="0"/>
            </a:endParaRPr>
          </a:p>
          <a:p>
            <a:pPr>
              <a:lnSpc>
                <a:spcPct val="100000"/>
              </a:lnSpc>
              <a:spcBef>
                <a:spcPts val="15"/>
              </a:spcBef>
            </a:pPr>
            <a:endParaRPr sz="2000" dirty="0">
              <a:latin typeface="Times New Roman" panose="02020603050405020304" pitchFamily="18" charset="0"/>
              <a:cs typeface="Times New Roman" panose="02020603050405020304" pitchFamily="18" charset="0"/>
            </a:endParaRPr>
          </a:p>
          <a:p>
            <a:pPr marL="355600" marR="283210" indent="-342900" algn="just">
              <a:lnSpc>
                <a:spcPct val="100000"/>
              </a:lnSpc>
            </a:pPr>
            <a:r>
              <a:rPr sz="2000" dirty="0">
                <a:latin typeface="Times New Roman" panose="02020603050405020304" pitchFamily="18" charset="0"/>
                <a:cs typeface="Times New Roman" panose="02020603050405020304" pitchFamily="18" charset="0"/>
              </a:rPr>
              <a:t>PO12::Recognize </a:t>
            </a:r>
            <a:r>
              <a:rPr sz="2000" spc="-5" dirty="0">
                <a:latin typeface="Times New Roman" panose="02020603050405020304" pitchFamily="18" charset="0"/>
                <a:cs typeface="Times New Roman" panose="02020603050405020304" pitchFamily="18" charset="0"/>
              </a:rPr>
              <a:t>the </a:t>
            </a:r>
            <a:r>
              <a:rPr sz="2000" spc="-10" dirty="0">
                <a:latin typeface="Times New Roman" panose="02020603050405020304" pitchFamily="18" charset="0"/>
                <a:cs typeface="Times New Roman" panose="02020603050405020304" pitchFamily="18" charset="0"/>
              </a:rPr>
              <a:t>need </a:t>
            </a:r>
            <a:r>
              <a:rPr sz="2000" spc="-5" dirty="0">
                <a:latin typeface="Times New Roman" panose="02020603050405020304" pitchFamily="18" charset="0"/>
                <a:cs typeface="Times New Roman" panose="02020603050405020304" pitchFamily="18" charset="0"/>
              </a:rPr>
              <a:t>for, and have the preparation and ability to </a:t>
            </a:r>
            <a:r>
              <a:rPr sz="200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engage in independent and </a:t>
            </a:r>
            <a:r>
              <a:rPr sz="2000" dirty="0">
                <a:latin typeface="Times New Roman" panose="02020603050405020304" pitchFamily="18" charset="0"/>
                <a:cs typeface="Times New Roman" panose="02020603050405020304" pitchFamily="18" charset="0"/>
              </a:rPr>
              <a:t>lifelong </a:t>
            </a:r>
            <a:r>
              <a:rPr sz="2000" spc="-5" dirty="0">
                <a:latin typeface="Times New Roman" panose="02020603050405020304" pitchFamily="18" charset="0"/>
                <a:cs typeface="Times New Roman" panose="02020603050405020304" pitchFamily="18" charset="0"/>
              </a:rPr>
              <a:t>learning in the broadest </a:t>
            </a:r>
            <a:r>
              <a:rPr sz="2000" dirty="0">
                <a:latin typeface="Times New Roman" panose="02020603050405020304" pitchFamily="18" charset="0"/>
                <a:cs typeface="Times New Roman" panose="02020603050405020304" pitchFamily="18" charset="0"/>
              </a:rPr>
              <a:t>context </a:t>
            </a:r>
            <a:r>
              <a:rPr sz="2000" spc="-5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of</a:t>
            </a:r>
            <a:r>
              <a:rPr sz="2000" spc="-2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technological</a:t>
            </a:r>
            <a:r>
              <a:rPr sz="2000" spc="-35"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change.</a:t>
            </a: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615EA-A130-A585-4EAB-6E7C8D61DBBD}"/>
              </a:ext>
            </a:extLst>
          </p:cNvPr>
          <p:cNvSpPr>
            <a:spLocks noGrp="1"/>
          </p:cNvSpPr>
          <p:nvPr>
            <p:ph type="title"/>
          </p:nvPr>
        </p:nvSpPr>
        <p:spPr>
          <a:xfrm>
            <a:off x="493928" y="0"/>
            <a:ext cx="6487896" cy="553998"/>
          </a:xfrm>
        </p:spPr>
        <p:txBody>
          <a:bodyPr/>
          <a:lstStyle/>
          <a:p>
            <a:r>
              <a:rPr lang="en-IN" dirty="0">
                <a:latin typeface="Times New Roman" panose="02020603050405020304" pitchFamily="18" charset="0"/>
                <a:cs typeface="Times New Roman" panose="02020603050405020304" pitchFamily="18" charset="0"/>
              </a:rPr>
              <a:t>Program Specific Outcome</a:t>
            </a:r>
          </a:p>
        </p:txBody>
      </p:sp>
      <p:sp>
        <p:nvSpPr>
          <p:cNvPr id="3" name="Text Placeholder 2">
            <a:extLst>
              <a:ext uri="{FF2B5EF4-FFF2-40B4-BE49-F238E27FC236}">
                <a16:creationId xmlns:a16="http://schemas.microsoft.com/office/drawing/2014/main" id="{20DE5593-1CFE-B086-0DD0-49B4E5918BF4}"/>
              </a:ext>
            </a:extLst>
          </p:cNvPr>
          <p:cNvSpPr>
            <a:spLocks noGrp="1"/>
          </p:cNvSpPr>
          <p:nvPr>
            <p:ph type="body" idx="1"/>
          </p:nvPr>
        </p:nvSpPr>
        <p:spPr>
          <a:xfrm>
            <a:off x="395536" y="1196752"/>
            <a:ext cx="8156143" cy="4801314"/>
          </a:xfrm>
        </p:spPr>
        <p:txBody>
          <a:bodyPr/>
          <a:lstStyle/>
          <a:p>
            <a:pPr algn="just"/>
            <a:r>
              <a:rPr lang="en-US" sz="2800" b="0" dirty="0">
                <a:effectLst/>
                <a:latin typeface="Times New Roman" panose="02020603050405020304" pitchFamily="18" charset="0"/>
                <a:ea typeface="Verdana" panose="020B0604030504040204" pitchFamily="34" charset="0"/>
                <a:cs typeface="Times New Roman" panose="02020603050405020304" pitchFamily="18" charset="0"/>
              </a:rPr>
              <a:t>PSO1: Apply acquired skills in software engineering, networking, security, </a:t>
            </a:r>
            <a:r>
              <a:rPr lang="en-US" sz="2400" b="0" dirty="0">
                <a:effectLst/>
                <a:latin typeface="Times New Roman" panose="02020603050405020304" pitchFamily="18" charset="0"/>
                <a:ea typeface="Verdana" panose="020B0604030504040204" pitchFamily="34" charset="0"/>
                <a:cs typeface="Times New Roman" panose="02020603050405020304" pitchFamily="18" charset="0"/>
              </a:rPr>
              <a:t>databases</a:t>
            </a:r>
            <a:r>
              <a:rPr lang="en-US" sz="2800" b="0" dirty="0">
                <a:effectLst/>
                <a:latin typeface="Times New Roman" panose="02020603050405020304" pitchFamily="18" charset="0"/>
                <a:ea typeface="Verdana" panose="020B0604030504040204" pitchFamily="34" charset="0"/>
                <a:cs typeface="Times New Roman" panose="02020603050405020304" pitchFamily="18" charset="0"/>
              </a:rPr>
              <a:t>, intelligent systems, cloud computing and operating systems to adapt and deploy innovative software solutions for diverse applications.</a:t>
            </a:r>
            <a:endParaRPr lang="en-IN" sz="2800" b="0" dirty="0">
              <a:effectLst/>
              <a:latin typeface="Times New Roman" panose="02020603050405020304" pitchFamily="18" charset="0"/>
              <a:ea typeface="Verdana" panose="020B0604030504040204" pitchFamily="34" charset="0"/>
              <a:cs typeface="Times New Roman" panose="02020603050405020304" pitchFamily="18" charset="0"/>
            </a:endParaRPr>
          </a:p>
          <a:p>
            <a:pPr algn="just"/>
            <a:r>
              <a:rPr lang="en-US" sz="2800" b="0" dirty="0">
                <a:effectLst/>
                <a:latin typeface="Times New Roman" panose="02020603050405020304" pitchFamily="18" charset="0"/>
                <a:ea typeface="Verdana" panose="020B0604030504040204" pitchFamily="34" charset="0"/>
                <a:cs typeface="Times New Roman" panose="02020603050405020304" pitchFamily="18" charset="0"/>
              </a:rPr>
              <a:t> </a:t>
            </a:r>
            <a:endParaRPr lang="en-IN" sz="2800" b="0" dirty="0">
              <a:effectLst/>
              <a:latin typeface="Times New Roman" panose="02020603050405020304" pitchFamily="18" charset="0"/>
              <a:ea typeface="Verdana" panose="020B0604030504040204" pitchFamily="34" charset="0"/>
              <a:cs typeface="Times New Roman" panose="02020603050405020304" pitchFamily="18" charset="0"/>
            </a:endParaRPr>
          </a:p>
          <a:p>
            <a:pPr algn="just"/>
            <a:r>
              <a:rPr lang="en-US" sz="2800" b="0" dirty="0">
                <a:effectLst/>
                <a:latin typeface="Times New Roman" panose="02020603050405020304" pitchFamily="18" charset="0"/>
                <a:ea typeface="Verdana" panose="020B0604030504040204" pitchFamily="34" charset="0"/>
                <a:cs typeface="Times New Roman" panose="02020603050405020304" pitchFamily="18" charset="0"/>
              </a:rPr>
              <a:t>PSO2: Apply diverse IT skills to design, develop, and evaluate innovative solutions for business environments, considering risks, and utilizing interdisciplinary knowledge for efficient real-time projects benefiting society.</a:t>
            </a:r>
            <a:endParaRPr lang="en-IN" sz="2800" b="0" dirty="0">
              <a:effectLst/>
              <a:latin typeface="Times New Roman" panose="02020603050405020304" pitchFamily="18" charset="0"/>
              <a:ea typeface="Verdana" panose="020B060403050404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93838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revised Bloom's Taxonomy">
            <a:extLst>
              <a:ext uri="{FF2B5EF4-FFF2-40B4-BE49-F238E27FC236}">
                <a16:creationId xmlns:a16="http://schemas.microsoft.com/office/drawing/2014/main" id="{2E028870-A733-77AC-3A69-52D8BF9630D1}"/>
              </a:ext>
            </a:extLst>
          </p:cNvPr>
          <p:cNvPicPr>
            <a:picLocks noChangeAspect="1" noChangeArrowheads="1"/>
          </p:cNvPicPr>
          <p:nvPr/>
        </p:nvPicPr>
        <p:blipFill rotWithShape="1">
          <a:blip r:embed="rId3"/>
          <a:srcRect t="12808"/>
          <a:stretch/>
        </p:blipFill>
        <p:spPr bwMode="auto">
          <a:xfrm>
            <a:off x="457200" y="2333625"/>
            <a:ext cx="8077200" cy="3990975"/>
          </a:xfrm>
          <a:prstGeom prst="rect">
            <a:avLst/>
          </a:prstGeom>
          <a:noFill/>
          <a:effectLst>
            <a:outerShdw blurRad="63500" sx="102000" sy="102000" algn="ctr" rotWithShape="0">
              <a:prstClr val="black">
                <a:alpha val="40000"/>
              </a:prstClr>
            </a:outerShdw>
          </a:effectLst>
        </p:spPr>
      </p:pic>
      <p:sp>
        <p:nvSpPr>
          <p:cNvPr id="7" name="Rectangle 6">
            <a:extLst>
              <a:ext uri="{FF2B5EF4-FFF2-40B4-BE49-F238E27FC236}">
                <a16:creationId xmlns:a16="http://schemas.microsoft.com/office/drawing/2014/main" id="{9C04BA2C-B0FB-7A12-62F9-3732488F6B61}"/>
              </a:ext>
            </a:extLst>
          </p:cNvPr>
          <p:cNvSpPr/>
          <p:nvPr/>
        </p:nvSpPr>
        <p:spPr>
          <a:xfrm>
            <a:off x="2267744" y="1124744"/>
            <a:ext cx="5283088" cy="933252"/>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85800" eaLnBrk="1" fontAlgn="auto" hangingPunct="1">
              <a:spcBef>
                <a:spcPts val="0"/>
              </a:spcBef>
              <a:spcAft>
                <a:spcPts val="0"/>
              </a:spcAft>
              <a:defRPr/>
            </a:pPr>
            <a:endParaRPr lang="en-IN" sz="1350">
              <a:solidFill>
                <a:prstClr val="white"/>
              </a:solidFill>
            </a:endParaRPr>
          </a:p>
        </p:txBody>
      </p:sp>
      <p:sp>
        <p:nvSpPr>
          <p:cNvPr id="23556" name="Title 1">
            <a:extLst>
              <a:ext uri="{FF2B5EF4-FFF2-40B4-BE49-F238E27FC236}">
                <a16:creationId xmlns:a16="http://schemas.microsoft.com/office/drawing/2014/main" id="{5522E4DF-5297-0ABA-881B-B4A848A315AC}"/>
              </a:ext>
            </a:extLst>
          </p:cNvPr>
          <p:cNvSpPr txBox="1">
            <a:spLocks noChangeArrowheads="1"/>
          </p:cNvSpPr>
          <p:nvPr/>
        </p:nvSpPr>
        <p:spPr bwMode="auto">
          <a:xfrm>
            <a:off x="1593168" y="945207"/>
            <a:ext cx="5805264"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nchor="ctr"/>
          <a:lstStyle>
            <a:lvl1pPr defTabSz="6858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6858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6858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6858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6858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685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685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685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6858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ct val="90000"/>
              </a:lnSpc>
              <a:spcBef>
                <a:spcPct val="0"/>
              </a:spcBef>
              <a:buFontTx/>
              <a:buNone/>
            </a:pPr>
            <a:r>
              <a:rPr lang="en-IN" altLang="en-US" sz="3600" dirty="0">
                <a:solidFill>
                  <a:srgbClr val="FFFFFF"/>
                </a:solidFill>
                <a:latin typeface="Tw Cen MT Condensed Extra Bold" panose="020B0803020202020204" pitchFamily="34" charset="0"/>
              </a:rPr>
              <a:t>       Revised Bloom’s Taxonomy</a:t>
            </a:r>
          </a:p>
        </p:txBody>
      </p:sp>
      <p:sp>
        <p:nvSpPr>
          <p:cNvPr id="9" name="Rectangle 8">
            <a:extLst>
              <a:ext uri="{FF2B5EF4-FFF2-40B4-BE49-F238E27FC236}">
                <a16:creationId xmlns:a16="http://schemas.microsoft.com/office/drawing/2014/main" id="{1C7D8731-BB6E-0461-3B16-2533CCD52D94}"/>
              </a:ext>
            </a:extLst>
          </p:cNvPr>
          <p:cNvSpPr/>
          <p:nvPr/>
        </p:nvSpPr>
        <p:spPr>
          <a:xfrm>
            <a:off x="2267744" y="2145953"/>
            <a:ext cx="5805264" cy="99715"/>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just" defTabSz="685800" eaLnBrk="1" fontAlgn="auto" hangingPunct="1">
              <a:spcBef>
                <a:spcPts val="0"/>
              </a:spcBef>
              <a:spcAft>
                <a:spcPts val="0"/>
              </a:spcAft>
              <a:defRPr/>
            </a:pPr>
            <a:endParaRPr lang="en-IN" sz="1350">
              <a:solidFill>
                <a:prstClr val="white"/>
              </a:solidFill>
              <a:latin typeface="Tw Cen MT" panose="020B0602020104020603"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71775" y="18309"/>
            <a:ext cx="3600449" cy="574040"/>
          </a:xfrm>
          <a:prstGeom prst="rect">
            <a:avLst/>
          </a:prstGeom>
        </p:spPr>
        <p:txBody>
          <a:bodyPr vert="horz" wrap="square" lIns="0" tIns="12700" rIns="0" bIns="0" rtlCol="0">
            <a:spAutoFit/>
          </a:bodyPr>
          <a:lstStyle/>
          <a:p>
            <a:pPr marL="17780">
              <a:lnSpc>
                <a:spcPct val="100000"/>
              </a:lnSpc>
              <a:spcBef>
                <a:spcPts val="100"/>
              </a:spcBef>
            </a:pPr>
            <a:r>
              <a:rPr dirty="0">
                <a:latin typeface="Times New Roman" panose="02020603050405020304" pitchFamily="18" charset="0"/>
                <a:cs typeface="Times New Roman" panose="02020603050405020304" pitchFamily="18" charset="0"/>
              </a:rPr>
              <a:t>Course</a:t>
            </a:r>
            <a:r>
              <a:rPr spc="-1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Contents</a:t>
            </a:r>
          </a:p>
        </p:txBody>
      </p:sp>
      <p:sp>
        <p:nvSpPr>
          <p:cNvPr id="3" name="object 3"/>
          <p:cNvSpPr txBox="1"/>
          <p:nvPr/>
        </p:nvSpPr>
        <p:spPr>
          <a:xfrm>
            <a:off x="323528" y="939575"/>
            <a:ext cx="8405495" cy="5009705"/>
          </a:xfrm>
          <a:prstGeom prst="rect">
            <a:avLst/>
          </a:prstGeom>
        </p:spPr>
        <p:txBody>
          <a:bodyPr vert="horz" wrap="square" lIns="0" tIns="10795" rIns="0" bIns="0" rtlCol="0">
            <a:spAutoFit/>
          </a:bodyPr>
          <a:lstStyle/>
          <a:p>
            <a:pPr marL="90170" marR="151130" indent="-78105" algn="just">
              <a:lnSpc>
                <a:spcPct val="100499"/>
              </a:lnSpc>
              <a:spcBef>
                <a:spcPts val="85"/>
              </a:spcBef>
              <a:tabLst>
                <a:tab pos="3088005" algn="l"/>
              </a:tabLst>
            </a:pPr>
            <a:r>
              <a:rPr b="1" u="heavy" spc="-5" dirty="0">
                <a:solidFill>
                  <a:srgbClr val="FF0000"/>
                </a:solidFill>
                <a:uFill>
                  <a:solidFill>
                    <a:srgbClr val="FF0000"/>
                  </a:solidFill>
                </a:uFill>
                <a:latin typeface="Times New Roman" panose="02020603050405020304" pitchFamily="18" charset="0"/>
                <a:cs typeface="Times New Roman" panose="02020603050405020304" pitchFamily="18" charset="0"/>
              </a:rPr>
              <a:t>Unit</a:t>
            </a:r>
            <a:r>
              <a:rPr b="1" u="heavy" spc="10"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lang="en-US" b="1" u="heavy" spc="-5" dirty="0">
                <a:solidFill>
                  <a:srgbClr val="FF0000"/>
                </a:solidFill>
                <a:uFill>
                  <a:solidFill>
                    <a:srgbClr val="FF0000"/>
                  </a:solidFill>
                </a:uFill>
                <a:latin typeface="Times New Roman" panose="02020603050405020304" pitchFamily="18" charset="0"/>
                <a:cs typeface="Times New Roman" panose="02020603050405020304" pitchFamily="18" charset="0"/>
              </a:rPr>
              <a:t>1</a:t>
            </a:r>
            <a:r>
              <a:rPr b="1" u="heavy" spc="-10" dirty="0">
                <a:solidFill>
                  <a:srgbClr val="FF0000"/>
                </a:solidFill>
                <a:uFill>
                  <a:solidFill>
                    <a:srgbClr val="FF0000"/>
                  </a:solidFill>
                </a:uFill>
                <a:latin typeface="Times New Roman" panose="02020603050405020304" pitchFamily="18" charset="0"/>
                <a:cs typeface="Times New Roman" panose="02020603050405020304" pitchFamily="18" charset="0"/>
              </a:rPr>
              <a:t>:</a:t>
            </a:r>
            <a:r>
              <a:rPr lang="en-US" b="1" u="heavy" spc="-10" dirty="0">
                <a:solidFill>
                  <a:srgbClr val="FF0000"/>
                </a:solidFill>
                <a:uFill>
                  <a:solidFill>
                    <a:srgbClr val="FF0000"/>
                  </a:solidFill>
                </a:uFill>
                <a:latin typeface="Times New Roman" panose="02020603050405020304" pitchFamily="18" charset="0"/>
                <a:cs typeface="Times New Roman" panose="02020603050405020304" pitchFamily="18" charset="0"/>
              </a:rPr>
              <a:t> ETHICS</a:t>
            </a:r>
            <a:r>
              <a:rPr lang="en-US" dirty="0"/>
              <a:t> </a:t>
            </a:r>
          </a:p>
          <a:p>
            <a:pPr marL="90170" marR="151130" indent="-78105" algn="just">
              <a:lnSpc>
                <a:spcPct val="100499"/>
              </a:lnSpc>
              <a:spcBef>
                <a:spcPts val="85"/>
              </a:spcBef>
              <a:tabLst>
                <a:tab pos="3088005" algn="l"/>
              </a:tabLst>
            </a:pPr>
            <a:r>
              <a:rPr lang="en-US" b="1" spc="-5" dirty="0">
                <a:latin typeface="Times New Roman" panose="02020603050405020304" pitchFamily="18" charset="0"/>
                <a:cs typeface="Times New Roman" panose="02020603050405020304" pitchFamily="18" charset="0"/>
              </a:rPr>
              <a:t>  Definition of ethics, Importance of integrity, Ethics in business world, improving corporate ethics, Creating an ethical work environment, Ethical decision making, Ethics in information technology, Ethical behavior of IT professional, Common ethical issues for IT users, Supporting the ethical practices of IT users</a:t>
            </a:r>
            <a:endParaRPr b="1" spc="-5" dirty="0">
              <a:latin typeface="Times New Roman" panose="02020603050405020304" pitchFamily="18" charset="0"/>
              <a:cs typeface="Times New Roman" panose="02020603050405020304" pitchFamily="18" charset="0"/>
            </a:endParaRPr>
          </a:p>
          <a:p>
            <a:pPr algn="just">
              <a:lnSpc>
                <a:spcPct val="100000"/>
              </a:lnSpc>
              <a:spcBef>
                <a:spcPts val="40"/>
              </a:spcBef>
            </a:pPr>
            <a:endParaRPr dirty="0">
              <a:latin typeface="Times New Roman" panose="02020603050405020304" pitchFamily="18" charset="0"/>
              <a:cs typeface="Times New Roman" panose="02020603050405020304" pitchFamily="18" charset="0"/>
            </a:endParaRPr>
          </a:p>
          <a:p>
            <a:pPr marL="90170" marR="5080" indent="-43180" algn="just">
              <a:lnSpc>
                <a:spcPct val="100000"/>
              </a:lnSpc>
              <a:tabLst>
                <a:tab pos="845185" algn="l"/>
              </a:tabLst>
            </a:pPr>
            <a:r>
              <a:rPr b="1" u="heavy" spc="-5" dirty="0">
                <a:solidFill>
                  <a:srgbClr val="FF0000"/>
                </a:solidFill>
                <a:uFill>
                  <a:solidFill>
                    <a:srgbClr val="FF0000"/>
                  </a:solidFill>
                </a:uFill>
                <a:latin typeface="Times New Roman" panose="02020603050405020304" pitchFamily="18" charset="0"/>
                <a:cs typeface="Times New Roman" panose="02020603050405020304" pitchFamily="18" charset="0"/>
              </a:rPr>
              <a:t>Unit 2</a:t>
            </a:r>
            <a:r>
              <a:rPr lang="en-US" b="1" u="heavy" spc="-5" dirty="0">
                <a:solidFill>
                  <a:srgbClr val="FF0000"/>
                </a:solidFill>
                <a:uFill>
                  <a:solidFill>
                    <a:srgbClr val="FF0000"/>
                  </a:solidFill>
                </a:uFill>
                <a:latin typeface="Times New Roman" panose="02020603050405020304" pitchFamily="18" charset="0"/>
                <a:cs typeface="Times New Roman" panose="02020603050405020304" pitchFamily="18" charset="0"/>
              </a:rPr>
              <a:t>: INTELLECTUAL PROPERTIES </a:t>
            </a:r>
          </a:p>
          <a:p>
            <a:pPr marL="90170" marR="5080" indent="-43180" algn="just">
              <a:lnSpc>
                <a:spcPct val="100000"/>
              </a:lnSpc>
              <a:tabLst>
                <a:tab pos="845185" algn="l"/>
              </a:tabLst>
            </a:pPr>
            <a:r>
              <a:rPr lang="en-US" b="1" spc="-5" dirty="0">
                <a:solidFill>
                  <a:schemeClr val="bg1"/>
                </a:solidFill>
                <a:uFill>
                  <a:solidFill>
                    <a:srgbClr val="FF0000"/>
                  </a:solidFill>
                </a:uFill>
                <a:latin typeface="Times New Roman" panose="02020603050405020304" pitchFamily="18" charset="0"/>
                <a:cs typeface="Times New Roman" panose="02020603050405020304" pitchFamily="18" charset="0"/>
              </a:rPr>
              <a:t> </a:t>
            </a:r>
            <a:r>
              <a:rPr lang="en-US" b="1" spc="-5" dirty="0">
                <a:latin typeface="Times New Roman" panose="02020603050405020304" pitchFamily="18" charset="0"/>
                <a:cs typeface="Times New Roman" panose="02020603050405020304" pitchFamily="18" charset="0"/>
              </a:rPr>
              <a:t>Different kinds of marks (brand names, logos, signatures, symbols, well known marks, certification marks and service marks), Patents, Importance of Patent Information in Business Development, Concept of Intellectual Property, Copyrights</a:t>
            </a:r>
            <a:r>
              <a:rPr lang="en-US" dirty="0"/>
              <a:t>, </a:t>
            </a:r>
            <a:r>
              <a:rPr lang="en-US" b="1" spc="-5" dirty="0">
                <a:latin typeface="Times New Roman" panose="02020603050405020304" pitchFamily="18" charset="0"/>
                <a:cs typeface="Times New Roman" panose="02020603050405020304" pitchFamily="18" charset="0"/>
              </a:rPr>
              <a:t>Trademarks</a:t>
            </a:r>
          </a:p>
          <a:p>
            <a:pPr marL="90170" marR="5080" indent="-43180" algn="just">
              <a:lnSpc>
                <a:spcPct val="100000"/>
              </a:lnSpc>
              <a:tabLst>
                <a:tab pos="845185" algn="l"/>
              </a:tabLst>
            </a:pPr>
            <a:endParaRPr lang="en-US" b="1" spc="-5" dirty="0">
              <a:latin typeface="Times New Roman" panose="02020603050405020304" pitchFamily="18" charset="0"/>
              <a:cs typeface="Times New Roman" panose="02020603050405020304" pitchFamily="18" charset="0"/>
            </a:endParaRPr>
          </a:p>
          <a:p>
            <a:pPr marL="90170" marR="5080" indent="-43180" algn="just">
              <a:lnSpc>
                <a:spcPct val="100000"/>
              </a:lnSpc>
              <a:tabLst>
                <a:tab pos="845185" algn="l"/>
              </a:tabLst>
            </a:pPr>
            <a:r>
              <a:rPr lang="en-US" b="1" u="heavy" spc="-5" dirty="0">
                <a:solidFill>
                  <a:srgbClr val="FF0000"/>
                </a:solidFill>
                <a:uFill>
                  <a:solidFill>
                    <a:srgbClr val="FF0000"/>
                  </a:solidFill>
                </a:uFill>
                <a:latin typeface="Times New Roman" panose="02020603050405020304" pitchFamily="18" charset="0"/>
                <a:cs typeface="Times New Roman" panose="02020603050405020304" pitchFamily="18" charset="0"/>
              </a:rPr>
              <a:t>Unit 3: GOVERNMENT FUNDING AND SCHEMES FOR STARTUPS</a:t>
            </a:r>
          </a:p>
          <a:p>
            <a:pPr marL="90170" marR="5080" indent="-43180" algn="just">
              <a:lnSpc>
                <a:spcPct val="100000"/>
              </a:lnSpc>
              <a:tabLst>
                <a:tab pos="845185" algn="l"/>
              </a:tabLst>
            </a:pPr>
            <a:r>
              <a:rPr lang="en-US" b="1" spc="-5" dirty="0">
                <a:solidFill>
                  <a:schemeClr val="bg1"/>
                </a:solidFill>
                <a:uFill>
                  <a:solidFill>
                    <a:srgbClr val="FF0000"/>
                  </a:solidFill>
                </a:uFill>
                <a:latin typeface="Times New Roman" panose="02020603050405020304" pitchFamily="18" charset="0"/>
                <a:cs typeface="Times New Roman" panose="02020603050405020304" pitchFamily="18" charset="0"/>
              </a:rPr>
              <a:t> </a:t>
            </a:r>
            <a:r>
              <a:rPr lang="en-US" b="1" spc="-5" dirty="0">
                <a:latin typeface="Times New Roman" panose="02020603050405020304" pitchFamily="18" charset="0"/>
                <a:cs typeface="Times New Roman" panose="02020603050405020304" pitchFamily="18" charset="0"/>
              </a:rPr>
              <a:t>what are Startups, Startup India benefits, Resources, bank loan for start up business, Start-up India, 10000 startups -A NASSCOM Initiative, Export promotion schemes: Software Technology Parks (STPs), Special Economic Zones (SEZ) Scheme, Laws for Startups</a:t>
            </a:r>
          </a:p>
          <a:p>
            <a:pPr marL="90170" marR="5080" indent="-43180" algn="just">
              <a:lnSpc>
                <a:spcPct val="100000"/>
              </a:lnSpc>
              <a:tabLst>
                <a:tab pos="845185" algn="l"/>
              </a:tabLst>
            </a:pPr>
            <a:endParaRPr lang="en-US" b="1" spc="-5"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3082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71775" y="8477"/>
            <a:ext cx="3600449" cy="574040"/>
          </a:xfrm>
          <a:prstGeom prst="rect">
            <a:avLst/>
          </a:prstGeom>
        </p:spPr>
        <p:txBody>
          <a:bodyPr vert="horz" wrap="square" lIns="0" tIns="12700" rIns="0" bIns="0" rtlCol="0">
            <a:spAutoFit/>
          </a:bodyPr>
          <a:lstStyle/>
          <a:p>
            <a:pPr marL="17780">
              <a:lnSpc>
                <a:spcPct val="100000"/>
              </a:lnSpc>
              <a:spcBef>
                <a:spcPts val="100"/>
              </a:spcBef>
            </a:pPr>
            <a:r>
              <a:rPr dirty="0">
                <a:latin typeface="Times New Roman" panose="02020603050405020304" pitchFamily="18" charset="0"/>
                <a:cs typeface="Times New Roman" panose="02020603050405020304" pitchFamily="18" charset="0"/>
              </a:rPr>
              <a:t>Course</a:t>
            </a:r>
            <a:r>
              <a:rPr spc="-120"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Contents</a:t>
            </a:r>
          </a:p>
        </p:txBody>
      </p:sp>
      <p:sp>
        <p:nvSpPr>
          <p:cNvPr id="3" name="object 3"/>
          <p:cNvSpPr txBox="1"/>
          <p:nvPr/>
        </p:nvSpPr>
        <p:spPr>
          <a:xfrm>
            <a:off x="323528" y="836712"/>
            <a:ext cx="8405495" cy="5576527"/>
          </a:xfrm>
          <a:prstGeom prst="rect">
            <a:avLst/>
          </a:prstGeom>
        </p:spPr>
        <p:txBody>
          <a:bodyPr vert="horz" wrap="square" lIns="0" tIns="10795" rIns="0" bIns="0" rtlCol="0">
            <a:spAutoFit/>
          </a:bodyPr>
          <a:lstStyle/>
          <a:p>
            <a:pPr marL="90170" marR="151130" indent="-78105" algn="just">
              <a:lnSpc>
                <a:spcPct val="100499"/>
              </a:lnSpc>
              <a:spcBef>
                <a:spcPts val="85"/>
              </a:spcBef>
              <a:tabLst>
                <a:tab pos="3088005" algn="l"/>
              </a:tabLst>
            </a:pPr>
            <a:r>
              <a:rPr b="1" u="heavy" spc="-5" dirty="0">
                <a:solidFill>
                  <a:srgbClr val="FF0000"/>
                </a:solidFill>
                <a:uFill>
                  <a:solidFill>
                    <a:srgbClr val="FF0000"/>
                  </a:solidFill>
                </a:uFill>
                <a:latin typeface="Times New Roman" panose="02020603050405020304" pitchFamily="18" charset="0"/>
                <a:cs typeface="Times New Roman" panose="02020603050405020304" pitchFamily="18" charset="0"/>
              </a:rPr>
              <a:t>Unit</a:t>
            </a:r>
            <a:r>
              <a:rPr b="1" u="heavy" spc="10" dirty="0">
                <a:solidFill>
                  <a:srgbClr val="FF0000"/>
                </a:solidFill>
                <a:uFill>
                  <a:solidFill>
                    <a:srgbClr val="FF0000"/>
                  </a:solidFill>
                </a:uFill>
                <a:latin typeface="Times New Roman" panose="02020603050405020304" pitchFamily="18" charset="0"/>
                <a:cs typeface="Times New Roman" panose="02020603050405020304" pitchFamily="18" charset="0"/>
              </a:rPr>
              <a:t> </a:t>
            </a:r>
            <a:r>
              <a:rPr lang="en-US" b="1" u="heavy" spc="-5" dirty="0">
                <a:solidFill>
                  <a:srgbClr val="FF0000"/>
                </a:solidFill>
                <a:uFill>
                  <a:solidFill>
                    <a:srgbClr val="FF0000"/>
                  </a:solidFill>
                </a:uFill>
                <a:latin typeface="Times New Roman" panose="02020603050405020304" pitchFamily="18" charset="0"/>
                <a:cs typeface="Times New Roman" panose="02020603050405020304" pitchFamily="18" charset="0"/>
              </a:rPr>
              <a:t>4</a:t>
            </a:r>
            <a:r>
              <a:rPr b="1" u="heavy" spc="-10" dirty="0">
                <a:solidFill>
                  <a:srgbClr val="FF0000"/>
                </a:solidFill>
                <a:uFill>
                  <a:solidFill>
                    <a:srgbClr val="FF0000"/>
                  </a:solidFill>
                </a:uFill>
                <a:latin typeface="Times New Roman" panose="02020603050405020304" pitchFamily="18" charset="0"/>
                <a:cs typeface="Times New Roman" panose="02020603050405020304" pitchFamily="18" charset="0"/>
              </a:rPr>
              <a:t>:</a:t>
            </a:r>
            <a:r>
              <a:rPr lang="en-US" b="1" u="heavy" spc="-10" dirty="0">
                <a:solidFill>
                  <a:srgbClr val="FF0000"/>
                </a:solidFill>
                <a:uFill>
                  <a:solidFill>
                    <a:srgbClr val="FF0000"/>
                  </a:solidFill>
                </a:uFill>
                <a:latin typeface="Times New Roman" panose="02020603050405020304" pitchFamily="18" charset="0"/>
                <a:cs typeface="Times New Roman" panose="02020603050405020304" pitchFamily="18" charset="0"/>
              </a:rPr>
              <a:t> STARTUP IN IT</a:t>
            </a:r>
            <a:r>
              <a:rPr lang="en-US" dirty="0"/>
              <a:t> </a:t>
            </a:r>
          </a:p>
          <a:p>
            <a:pPr marL="90170" marR="151130" indent="-78105" algn="just">
              <a:lnSpc>
                <a:spcPct val="100499"/>
              </a:lnSpc>
              <a:spcBef>
                <a:spcPts val="85"/>
              </a:spcBef>
              <a:tabLst>
                <a:tab pos="3088005" algn="l"/>
              </a:tabLst>
            </a:pPr>
            <a:r>
              <a:rPr lang="en-US" b="1" spc="-5" dirty="0">
                <a:latin typeface="Times New Roman" panose="02020603050405020304" pitchFamily="18" charset="0"/>
                <a:cs typeface="Times New Roman" panose="02020603050405020304" pitchFamily="18" charset="0"/>
              </a:rPr>
              <a:t> Planning of startup business in IT sector-Executive summary, General company Description, Products and services, Marketing plan, Operational plan, Management and organization, Personal Financial Statement, Startup Expenses and Capitalization, Financial Plan, Appendices, Refining the Plan, Examples of Successful Start-ups</a:t>
            </a:r>
          </a:p>
          <a:p>
            <a:pPr marL="90170" marR="151130" indent="-78105" algn="just">
              <a:lnSpc>
                <a:spcPct val="100499"/>
              </a:lnSpc>
              <a:spcBef>
                <a:spcPts val="85"/>
              </a:spcBef>
              <a:tabLst>
                <a:tab pos="3088005" algn="l"/>
              </a:tabLst>
            </a:pPr>
            <a:endParaRPr dirty="0">
              <a:latin typeface="Times New Roman" panose="02020603050405020304" pitchFamily="18" charset="0"/>
              <a:cs typeface="Times New Roman" panose="02020603050405020304" pitchFamily="18" charset="0"/>
            </a:endParaRPr>
          </a:p>
          <a:p>
            <a:pPr marL="90170" marR="5080" indent="-43180" algn="just">
              <a:lnSpc>
                <a:spcPct val="100000"/>
              </a:lnSpc>
              <a:tabLst>
                <a:tab pos="845185" algn="l"/>
              </a:tabLst>
            </a:pPr>
            <a:r>
              <a:rPr b="1" u="heavy" spc="-5" dirty="0">
                <a:solidFill>
                  <a:srgbClr val="FF0000"/>
                </a:solidFill>
                <a:uFill>
                  <a:solidFill>
                    <a:srgbClr val="FF0000"/>
                  </a:solidFill>
                </a:uFill>
                <a:latin typeface="Times New Roman" panose="02020603050405020304" pitchFamily="18" charset="0"/>
                <a:cs typeface="Times New Roman" panose="02020603050405020304" pitchFamily="18" charset="0"/>
              </a:rPr>
              <a:t>Unit </a:t>
            </a:r>
            <a:r>
              <a:rPr lang="en-US" b="1" u="heavy" spc="-5" dirty="0">
                <a:solidFill>
                  <a:srgbClr val="FF0000"/>
                </a:solidFill>
                <a:uFill>
                  <a:solidFill>
                    <a:srgbClr val="FF0000"/>
                  </a:solidFill>
                </a:uFill>
                <a:latin typeface="Times New Roman" panose="02020603050405020304" pitchFamily="18" charset="0"/>
                <a:cs typeface="Times New Roman" panose="02020603050405020304" pitchFamily="18" charset="0"/>
              </a:rPr>
              <a:t>5: COMPANIES</a:t>
            </a:r>
          </a:p>
          <a:p>
            <a:pPr marL="90170" marR="5080" indent="-43180" algn="just">
              <a:lnSpc>
                <a:spcPct val="100000"/>
              </a:lnSpc>
              <a:tabLst>
                <a:tab pos="845185" algn="l"/>
              </a:tabLst>
            </a:pPr>
            <a:r>
              <a:rPr lang="en-US" b="1" spc="-5" dirty="0">
                <a:solidFill>
                  <a:schemeClr val="bg1"/>
                </a:solidFill>
                <a:uFill>
                  <a:solidFill>
                    <a:srgbClr val="FF0000"/>
                  </a:solidFill>
                </a:uFill>
                <a:latin typeface="Times New Roman" panose="02020603050405020304" pitchFamily="18" charset="0"/>
                <a:cs typeface="Times New Roman" panose="02020603050405020304" pitchFamily="18" charset="0"/>
              </a:rPr>
              <a:t> </a:t>
            </a:r>
            <a:r>
              <a:rPr lang="en-US" b="1" spc="-5" dirty="0">
                <a:latin typeface="Times New Roman" panose="02020603050405020304" pitchFamily="18" charset="0"/>
                <a:cs typeface="Times New Roman" panose="02020603050405020304" pitchFamily="18" charset="0"/>
              </a:rPr>
              <a:t>Introduction to IT and ITES industry (Product based, Services based), Introduction to NASSCOM, STPI, Overview on latest IT projects with global impact, Case study of an IT industry (Product based and Services based), Recent technology advancement, Current affairs related with the IT industry, Diversity in the Workforce</a:t>
            </a:r>
          </a:p>
          <a:p>
            <a:pPr marL="90170" marR="5080" indent="-43180" algn="just">
              <a:lnSpc>
                <a:spcPct val="100000"/>
              </a:lnSpc>
              <a:tabLst>
                <a:tab pos="845185" algn="l"/>
              </a:tabLst>
            </a:pPr>
            <a:endParaRPr lang="en-US" b="1" spc="-5" dirty="0">
              <a:latin typeface="Times New Roman" panose="02020603050405020304" pitchFamily="18" charset="0"/>
              <a:cs typeface="Times New Roman" panose="02020603050405020304" pitchFamily="18" charset="0"/>
            </a:endParaRPr>
          </a:p>
          <a:p>
            <a:pPr marL="90170" marR="5080" indent="-43180" algn="just">
              <a:lnSpc>
                <a:spcPct val="100000"/>
              </a:lnSpc>
              <a:tabLst>
                <a:tab pos="845185" algn="l"/>
              </a:tabLst>
            </a:pPr>
            <a:r>
              <a:rPr lang="en-US" b="1" u="heavy" spc="-5" dirty="0">
                <a:solidFill>
                  <a:srgbClr val="FF0000"/>
                </a:solidFill>
                <a:uFill>
                  <a:solidFill>
                    <a:srgbClr val="FF0000"/>
                  </a:solidFill>
                </a:uFill>
                <a:latin typeface="Times New Roman" panose="02020603050405020304" pitchFamily="18" charset="0"/>
                <a:cs typeface="Times New Roman" panose="02020603050405020304" pitchFamily="18" charset="0"/>
              </a:rPr>
              <a:t>Unit 6: LEGAL, ETHICAL AND PROFESSIONAL ISSUES IN INFORMATION SECURITY</a:t>
            </a:r>
          </a:p>
          <a:p>
            <a:pPr marL="90170" marR="5080" indent="-43180" algn="just">
              <a:lnSpc>
                <a:spcPct val="100000"/>
              </a:lnSpc>
              <a:tabLst>
                <a:tab pos="845185" algn="l"/>
              </a:tabLst>
            </a:pPr>
            <a:r>
              <a:rPr lang="en-US" b="1" spc="-5" dirty="0">
                <a:solidFill>
                  <a:schemeClr val="bg1"/>
                </a:solidFill>
                <a:uFill>
                  <a:solidFill>
                    <a:srgbClr val="FF0000"/>
                  </a:solidFill>
                </a:uFill>
                <a:latin typeface="Times New Roman" panose="02020603050405020304" pitchFamily="18" charset="0"/>
                <a:cs typeface="Times New Roman" panose="02020603050405020304" pitchFamily="18" charset="0"/>
              </a:rPr>
              <a:t> </a:t>
            </a:r>
            <a:r>
              <a:rPr lang="en-US" b="1" spc="-5" dirty="0">
                <a:latin typeface="Times New Roman" panose="02020603050405020304" pitchFamily="18" charset="0"/>
                <a:cs typeface="Times New Roman" panose="02020603050405020304" pitchFamily="18" charset="0"/>
              </a:rPr>
              <a:t>Introduction, Law and Ethics in Information Security, Organizational Liability and the Need for Counsel, Policy Versus Law, Cyber Crime, Cyber-crime on the rise, Cyber law of India, Need for cyber law in India</a:t>
            </a:r>
          </a:p>
          <a:p>
            <a:pPr marL="90170" marR="5080" indent="-43180" algn="just">
              <a:lnSpc>
                <a:spcPct val="100000"/>
              </a:lnSpc>
              <a:tabLst>
                <a:tab pos="845185" algn="l"/>
              </a:tabLst>
            </a:pPr>
            <a:endParaRPr lang="en-US" b="1" spc="-5"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30821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520" y="0"/>
            <a:ext cx="6793865" cy="696595"/>
          </a:xfrm>
          <a:prstGeom prst="rect">
            <a:avLst/>
          </a:prstGeom>
        </p:spPr>
        <p:txBody>
          <a:bodyPr vert="horz" wrap="square" lIns="0" tIns="12700" rIns="0" bIns="0" rtlCol="0">
            <a:spAutoFit/>
          </a:bodyPr>
          <a:lstStyle/>
          <a:p>
            <a:pPr marL="12700">
              <a:lnSpc>
                <a:spcPct val="100000"/>
              </a:lnSpc>
              <a:spcBef>
                <a:spcPts val="100"/>
              </a:spcBef>
            </a:pPr>
            <a:r>
              <a:rPr sz="4400" b="0" dirty="0">
                <a:solidFill>
                  <a:srgbClr val="C00000"/>
                </a:solidFill>
                <a:latin typeface="Times New Roman" panose="02020603050405020304" pitchFamily="18" charset="0"/>
                <a:cs typeface="Times New Roman" panose="02020603050405020304" pitchFamily="18" charset="0"/>
              </a:rPr>
              <a:t>Course</a:t>
            </a:r>
            <a:r>
              <a:rPr sz="4400" b="0" spc="-55" dirty="0">
                <a:solidFill>
                  <a:srgbClr val="C00000"/>
                </a:solidFill>
                <a:latin typeface="Times New Roman" panose="02020603050405020304" pitchFamily="18" charset="0"/>
                <a:cs typeface="Times New Roman" panose="02020603050405020304" pitchFamily="18" charset="0"/>
              </a:rPr>
              <a:t> </a:t>
            </a:r>
            <a:r>
              <a:rPr sz="4400" b="0" spc="-5" dirty="0">
                <a:solidFill>
                  <a:srgbClr val="C00000"/>
                </a:solidFill>
                <a:latin typeface="Times New Roman" panose="02020603050405020304" pitchFamily="18" charset="0"/>
                <a:cs typeface="Times New Roman" panose="02020603050405020304" pitchFamily="18" charset="0"/>
              </a:rPr>
              <a:t>Assessment</a:t>
            </a:r>
            <a:r>
              <a:rPr sz="4400" b="0" spc="-90" dirty="0">
                <a:solidFill>
                  <a:srgbClr val="C00000"/>
                </a:solidFill>
                <a:latin typeface="Times New Roman" panose="02020603050405020304" pitchFamily="18" charset="0"/>
                <a:cs typeface="Times New Roman" panose="02020603050405020304" pitchFamily="18" charset="0"/>
              </a:rPr>
              <a:t> </a:t>
            </a:r>
            <a:r>
              <a:rPr sz="4400" b="0" dirty="0">
                <a:solidFill>
                  <a:srgbClr val="C00000"/>
                </a:solidFill>
                <a:latin typeface="Times New Roman" panose="02020603050405020304" pitchFamily="18" charset="0"/>
                <a:cs typeface="Times New Roman" panose="02020603050405020304" pitchFamily="18" charset="0"/>
              </a:rPr>
              <a:t>Model</a:t>
            </a:r>
            <a:endParaRPr sz="44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535940" y="903478"/>
            <a:ext cx="5362575" cy="1994535"/>
          </a:xfrm>
          <a:prstGeom prst="rect">
            <a:avLst/>
          </a:prstGeom>
        </p:spPr>
        <p:txBody>
          <a:bodyPr vert="horz" wrap="square" lIns="0" tIns="12065" rIns="0" bIns="0" rtlCol="0">
            <a:spAutoFit/>
          </a:bodyPr>
          <a:lstStyle/>
          <a:p>
            <a:pPr marL="2071370">
              <a:lnSpc>
                <a:spcPct val="100000"/>
              </a:lnSpc>
              <a:spcBef>
                <a:spcPts val="95"/>
              </a:spcBef>
            </a:pPr>
            <a:r>
              <a:rPr sz="3400" b="1" spc="-5" dirty="0">
                <a:latin typeface="Times New Roman" panose="02020603050405020304" pitchFamily="18" charset="0"/>
                <a:cs typeface="Times New Roman" panose="02020603050405020304" pitchFamily="18" charset="0"/>
              </a:rPr>
              <a:t>Marks</a:t>
            </a:r>
            <a:r>
              <a:rPr sz="3400" b="1" spc="-30" dirty="0">
                <a:latin typeface="Times New Roman" panose="02020603050405020304" pitchFamily="18" charset="0"/>
                <a:cs typeface="Times New Roman" panose="02020603050405020304" pitchFamily="18" charset="0"/>
              </a:rPr>
              <a:t> </a:t>
            </a:r>
            <a:r>
              <a:rPr sz="3400" b="1" spc="-10" dirty="0">
                <a:latin typeface="Times New Roman" panose="02020603050405020304" pitchFamily="18" charset="0"/>
                <a:cs typeface="Times New Roman" panose="02020603050405020304" pitchFamily="18" charset="0"/>
              </a:rPr>
              <a:t>break</a:t>
            </a:r>
            <a:r>
              <a:rPr sz="3400" b="1" spc="-25" dirty="0">
                <a:latin typeface="Times New Roman" panose="02020603050405020304" pitchFamily="18" charset="0"/>
                <a:cs typeface="Times New Roman" panose="02020603050405020304" pitchFamily="18" charset="0"/>
              </a:rPr>
              <a:t> </a:t>
            </a:r>
            <a:r>
              <a:rPr sz="3400" b="1" spc="-10" dirty="0">
                <a:latin typeface="Times New Roman" panose="02020603050405020304" pitchFamily="18" charset="0"/>
                <a:cs typeface="Times New Roman" panose="02020603050405020304" pitchFamily="18" charset="0"/>
              </a:rPr>
              <a:t>up</a:t>
            </a:r>
            <a:endParaRPr sz="3400" dirty="0">
              <a:latin typeface="Times New Roman" panose="02020603050405020304" pitchFamily="18" charset="0"/>
              <a:cs typeface="Times New Roman" panose="02020603050405020304" pitchFamily="18" charset="0"/>
            </a:endParaRPr>
          </a:p>
          <a:p>
            <a:pPr marL="739775" indent="-727710">
              <a:lnSpc>
                <a:spcPct val="100000"/>
              </a:lnSpc>
              <a:buFont typeface="Wingdings"/>
              <a:buChar char=""/>
              <a:tabLst>
                <a:tab pos="739775" algn="l"/>
                <a:tab pos="740410" algn="l"/>
              </a:tabLst>
            </a:pPr>
            <a:r>
              <a:rPr sz="3400" spc="-10" dirty="0">
                <a:latin typeface="Times New Roman" panose="02020603050405020304" pitchFamily="18" charset="0"/>
                <a:cs typeface="Times New Roman" panose="02020603050405020304" pitchFamily="18" charset="0"/>
              </a:rPr>
              <a:t>Attendance</a:t>
            </a:r>
            <a:endParaRPr sz="3400" dirty="0">
              <a:latin typeface="Times New Roman" panose="02020603050405020304" pitchFamily="18" charset="0"/>
              <a:cs typeface="Times New Roman" panose="02020603050405020304" pitchFamily="18" charset="0"/>
            </a:endParaRPr>
          </a:p>
          <a:p>
            <a:pPr marL="355600" indent="-343535">
              <a:lnSpc>
                <a:spcPct val="100000"/>
              </a:lnSpc>
              <a:spcBef>
                <a:spcPts val="3265"/>
              </a:spcBef>
              <a:buFont typeface="Wingdings"/>
              <a:buChar char=""/>
              <a:tabLst>
                <a:tab pos="356235" algn="l"/>
              </a:tabLst>
            </a:pPr>
            <a:r>
              <a:rPr lang="en-IN" sz="3400" spc="-5" dirty="0">
                <a:latin typeface="Times New Roman" panose="02020603050405020304" pitchFamily="18" charset="0"/>
                <a:cs typeface="Times New Roman" panose="02020603050405020304" pitchFamily="18" charset="0"/>
              </a:rPr>
              <a:t>    </a:t>
            </a:r>
            <a:r>
              <a:rPr sz="3400" spc="-5" dirty="0">
                <a:latin typeface="Times New Roman" panose="02020603050405020304" pitchFamily="18" charset="0"/>
                <a:cs typeface="Times New Roman" panose="02020603050405020304" pitchFamily="18" charset="0"/>
              </a:rPr>
              <a:t>CA</a:t>
            </a:r>
            <a:endParaRPr sz="34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7211948" y="1421637"/>
            <a:ext cx="815975" cy="3860165"/>
          </a:xfrm>
          <a:prstGeom prst="rect">
            <a:avLst/>
          </a:prstGeom>
        </p:spPr>
        <p:txBody>
          <a:bodyPr vert="horz" wrap="square" lIns="0" tIns="12065" rIns="0" bIns="0" rtlCol="0">
            <a:spAutoFit/>
          </a:bodyPr>
          <a:lstStyle/>
          <a:p>
            <a:pPr marL="122555" algn="ctr">
              <a:lnSpc>
                <a:spcPct val="100000"/>
              </a:lnSpc>
              <a:spcBef>
                <a:spcPts val="95"/>
              </a:spcBef>
            </a:pPr>
            <a:r>
              <a:rPr sz="3400" spc="-5" dirty="0">
                <a:latin typeface="Comic Sans MS"/>
                <a:cs typeface="Comic Sans MS"/>
              </a:rPr>
              <a:t>5</a:t>
            </a:r>
            <a:endParaRPr sz="3400" dirty="0">
              <a:latin typeface="Comic Sans MS"/>
              <a:cs typeface="Comic Sans MS"/>
            </a:endParaRPr>
          </a:p>
          <a:p>
            <a:pPr marL="156210" algn="ctr">
              <a:lnSpc>
                <a:spcPct val="100000"/>
              </a:lnSpc>
              <a:spcBef>
                <a:spcPts val="3265"/>
              </a:spcBef>
            </a:pPr>
            <a:r>
              <a:rPr sz="3400" spc="-10" dirty="0">
                <a:latin typeface="Comic Sans MS"/>
                <a:cs typeface="Comic Sans MS"/>
              </a:rPr>
              <a:t>25</a:t>
            </a:r>
            <a:endParaRPr sz="3400" dirty="0">
              <a:latin typeface="Comic Sans MS"/>
              <a:cs typeface="Comic Sans MS"/>
            </a:endParaRPr>
          </a:p>
          <a:p>
            <a:pPr marL="185420" algn="ctr">
              <a:lnSpc>
                <a:spcPct val="100000"/>
              </a:lnSpc>
              <a:spcBef>
                <a:spcPts val="3265"/>
              </a:spcBef>
            </a:pPr>
            <a:r>
              <a:rPr sz="3400" spc="-5" dirty="0">
                <a:latin typeface="Comic Sans MS"/>
                <a:cs typeface="Comic Sans MS"/>
              </a:rPr>
              <a:t>20</a:t>
            </a:r>
            <a:endParaRPr sz="3400" dirty="0">
              <a:latin typeface="Comic Sans MS"/>
              <a:cs typeface="Comic Sans MS"/>
            </a:endParaRPr>
          </a:p>
          <a:p>
            <a:pPr marL="102870" algn="ctr">
              <a:lnSpc>
                <a:spcPct val="100000"/>
              </a:lnSpc>
              <a:spcBef>
                <a:spcPts val="5"/>
              </a:spcBef>
            </a:pPr>
            <a:r>
              <a:rPr sz="3400" spc="-5" dirty="0">
                <a:latin typeface="Comic Sans MS"/>
                <a:cs typeface="Comic Sans MS"/>
              </a:rPr>
              <a:t>50</a:t>
            </a:r>
            <a:endParaRPr sz="3400" dirty="0">
              <a:latin typeface="Comic Sans MS"/>
              <a:cs typeface="Comic Sans MS"/>
            </a:endParaRPr>
          </a:p>
          <a:p>
            <a:pPr algn="ctr">
              <a:lnSpc>
                <a:spcPct val="100000"/>
              </a:lnSpc>
              <a:spcBef>
                <a:spcPts val="3260"/>
              </a:spcBef>
            </a:pPr>
            <a:r>
              <a:rPr sz="3400" b="1" spc="-5" dirty="0">
                <a:latin typeface="Comic Sans MS"/>
                <a:cs typeface="Comic Sans MS"/>
              </a:rPr>
              <a:t>100</a:t>
            </a:r>
            <a:endParaRPr sz="3400" dirty="0">
              <a:latin typeface="Comic Sans MS"/>
              <a:cs typeface="Comic Sans MS"/>
            </a:endParaRPr>
          </a:p>
        </p:txBody>
      </p:sp>
      <p:sp>
        <p:nvSpPr>
          <p:cNvPr id="5" name="object 5"/>
          <p:cNvSpPr txBox="1"/>
          <p:nvPr/>
        </p:nvSpPr>
        <p:spPr>
          <a:xfrm>
            <a:off x="535940" y="3287395"/>
            <a:ext cx="2049780" cy="1994535"/>
          </a:xfrm>
          <a:prstGeom prst="rect">
            <a:avLst/>
          </a:prstGeom>
        </p:spPr>
        <p:txBody>
          <a:bodyPr vert="horz" wrap="square" lIns="0" tIns="12065" rIns="0" bIns="0" rtlCol="0">
            <a:spAutoFit/>
          </a:bodyPr>
          <a:lstStyle/>
          <a:p>
            <a:pPr marL="739775" indent="-727710">
              <a:lnSpc>
                <a:spcPct val="100000"/>
              </a:lnSpc>
              <a:spcBef>
                <a:spcPts val="95"/>
              </a:spcBef>
              <a:buFont typeface="Wingdings"/>
              <a:buChar char=""/>
              <a:tabLst>
                <a:tab pos="739775" algn="l"/>
                <a:tab pos="740410" algn="l"/>
              </a:tabLst>
            </a:pPr>
            <a:r>
              <a:rPr sz="3400" spc="-5" dirty="0">
                <a:latin typeface="Times New Roman" panose="02020603050405020304" pitchFamily="18" charset="0"/>
                <a:cs typeface="Times New Roman" panose="02020603050405020304" pitchFamily="18" charset="0"/>
              </a:rPr>
              <a:t>MTE</a:t>
            </a:r>
            <a:endParaRPr sz="3400" dirty="0">
              <a:latin typeface="Times New Roman" panose="02020603050405020304" pitchFamily="18" charset="0"/>
              <a:cs typeface="Times New Roman" panose="02020603050405020304" pitchFamily="18" charset="0"/>
            </a:endParaRPr>
          </a:p>
          <a:p>
            <a:pPr marL="869315" indent="-857250">
              <a:lnSpc>
                <a:spcPct val="100000"/>
              </a:lnSpc>
              <a:buFont typeface="Wingdings"/>
              <a:buChar char=""/>
              <a:tabLst>
                <a:tab pos="869315" algn="l"/>
                <a:tab pos="869950" algn="l"/>
              </a:tabLst>
            </a:pPr>
            <a:r>
              <a:rPr lang="en-IN" sz="3400" spc="-5" dirty="0">
                <a:latin typeface="Times New Roman" panose="02020603050405020304" pitchFamily="18" charset="0"/>
                <a:cs typeface="Times New Roman" panose="02020603050405020304" pitchFamily="18" charset="0"/>
              </a:rPr>
              <a:t>E</a:t>
            </a:r>
            <a:r>
              <a:rPr sz="3400" spc="-5" dirty="0">
                <a:latin typeface="Times New Roman" panose="02020603050405020304" pitchFamily="18" charset="0"/>
                <a:cs typeface="Times New Roman" panose="02020603050405020304" pitchFamily="18" charset="0"/>
              </a:rPr>
              <a:t>TE</a:t>
            </a:r>
            <a:endParaRPr sz="3400" dirty="0">
              <a:latin typeface="Times New Roman" panose="02020603050405020304" pitchFamily="18" charset="0"/>
              <a:cs typeface="Times New Roman" panose="02020603050405020304" pitchFamily="18" charset="0"/>
            </a:endParaRPr>
          </a:p>
          <a:p>
            <a:pPr marL="948690">
              <a:lnSpc>
                <a:spcPct val="100000"/>
              </a:lnSpc>
              <a:spcBef>
                <a:spcPts val="3265"/>
              </a:spcBef>
            </a:pPr>
            <a:r>
              <a:rPr sz="3400" b="1" spc="-5" dirty="0">
                <a:latin typeface="Times New Roman" panose="02020603050405020304" pitchFamily="18" charset="0"/>
                <a:cs typeface="Times New Roman" panose="02020603050405020304" pitchFamily="18" charset="0"/>
              </a:rPr>
              <a:t>Total</a:t>
            </a:r>
            <a:endParaRPr sz="3400" dirty="0">
              <a:latin typeface="Times New Roman" panose="02020603050405020304" pitchFamily="18" charset="0"/>
              <a:cs typeface="Times New Roman" panose="02020603050405020304" pitchFamily="18" charset="0"/>
            </a:endParaRPr>
          </a:p>
        </p:txBody>
      </p:sp>
      <p:cxnSp>
        <p:nvCxnSpPr>
          <p:cNvPr id="7" name="Straight Connector 6">
            <a:extLst>
              <a:ext uri="{FF2B5EF4-FFF2-40B4-BE49-F238E27FC236}">
                <a16:creationId xmlns:a16="http://schemas.microsoft.com/office/drawing/2014/main" id="{E5DA870B-38E2-2BD3-B22F-B59CDC91B3AE}"/>
              </a:ext>
            </a:extLst>
          </p:cNvPr>
          <p:cNvCxnSpPr/>
          <p:nvPr/>
        </p:nvCxnSpPr>
        <p:spPr>
          <a:xfrm>
            <a:off x="251520" y="4653136"/>
            <a:ext cx="8352928"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520" y="60281"/>
            <a:ext cx="5471795" cy="574040"/>
          </a:xfrm>
          <a:prstGeom prst="rect">
            <a:avLst/>
          </a:prstGeom>
        </p:spPr>
        <p:txBody>
          <a:bodyPr vert="horz" wrap="square" lIns="0" tIns="12700" rIns="0" bIns="0" rtlCol="0">
            <a:spAutoFit/>
          </a:bodyPr>
          <a:lstStyle/>
          <a:p>
            <a:pPr marL="12700">
              <a:lnSpc>
                <a:spcPct val="100000"/>
              </a:lnSpc>
              <a:spcBef>
                <a:spcPts val="100"/>
              </a:spcBef>
            </a:pPr>
            <a:r>
              <a:rPr b="0" dirty="0">
                <a:solidFill>
                  <a:srgbClr val="C00000"/>
                </a:solidFill>
                <a:latin typeface="Times New Roman" panose="02020603050405020304" pitchFamily="18" charset="0"/>
                <a:cs typeface="Times New Roman" panose="02020603050405020304" pitchFamily="18" charset="0"/>
              </a:rPr>
              <a:t>Detail</a:t>
            </a:r>
            <a:r>
              <a:rPr b="0" spc="-25" dirty="0">
                <a:solidFill>
                  <a:srgbClr val="C00000"/>
                </a:solidFill>
                <a:latin typeface="Times New Roman" panose="02020603050405020304" pitchFamily="18" charset="0"/>
                <a:cs typeface="Times New Roman" panose="02020603050405020304" pitchFamily="18" charset="0"/>
              </a:rPr>
              <a:t> </a:t>
            </a:r>
            <a:r>
              <a:rPr b="0" dirty="0">
                <a:solidFill>
                  <a:srgbClr val="C00000"/>
                </a:solidFill>
                <a:latin typeface="Times New Roman" panose="02020603050405020304" pitchFamily="18" charset="0"/>
                <a:cs typeface="Times New Roman" panose="02020603050405020304" pitchFamily="18" charset="0"/>
              </a:rPr>
              <a:t>of</a:t>
            </a:r>
            <a:r>
              <a:rPr b="0" spc="-30" dirty="0">
                <a:solidFill>
                  <a:srgbClr val="C00000"/>
                </a:solidFill>
                <a:latin typeface="Times New Roman" panose="02020603050405020304" pitchFamily="18" charset="0"/>
                <a:cs typeface="Times New Roman" panose="02020603050405020304" pitchFamily="18" charset="0"/>
              </a:rPr>
              <a:t> </a:t>
            </a:r>
            <a:r>
              <a:rPr b="0" spc="-5" dirty="0">
                <a:solidFill>
                  <a:srgbClr val="C00000"/>
                </a:solidFill>
                <a:latin typeface="Times New Roman" panose="02020603050405020304" pitchFamily="18" charset="0"/>
                <a:cs typeface="Times New Roman" panose="02020603050405020304" pitchFamily="18" charset="0"/>
              </a:rPr>
              <a:t>Academic</a:t>
            </a:r>
            <a:r>
              <a:rPr b="0" spc="-20" dirty="0">
                <a:solidFill>
                  <a:srgbClr val="C00000"/>
                </a:solidFill>
                <a:latin typeface="Times New Roman" panose="02020603050405020304" pitchFamily="18" charset="0"/>
                <a:cs typeface="Times New Roman" panose="02020603050405020304" pitchFamily="18" charset="0"/>
              </a:rPr>
              <a:t> </a:t>
            </a:r>
            <a:r>
              <a:rPr b="0" dirty="0">
                <a:solidFill>
                  <a:srgbClr val="C00000"/>
                </a:solidFill>
                <a:latin typeface="Times New Roman" panose="02020603050405020304" pitchFamily="18" charset="0"/>
                <a:cs typeface="Times New Roman" panose="02020603050405020304" pitchFamily="18" charset="0"/>
              </a:rPr>
              <a:t>Tasks</a:t>
            </a:r>
          </a:p>
        </p:txBody>
      </p:sp>
      <p:sp>
        <p:nvSpPr>
          <p:cNvPr id="3" name="object 3"/>
          <p:cNvSpPr txBox="1"/>
          <p:nvPr/>
        </p:nvSpPr>
        <p:spPr>
          <a:xfrm>
            <a:off x="535940" y="1528318"/>
            <a:ext cx="4188460" cy="813684"/>
          </a:xfrm>
          <a:prstGeom prst="rect">
            <a:avLst/>
          </a:prstGeom>
        </p:spPr>
        <p:txBody>
          <a:bodyPr vert="horz" wrap="square" lIns="0" tIns="13335" rIns="0" bIns="0" rtlCol="0">
            <a:spAutoFit/>
          </a:bodyPr>
          <a:lstStyle/>
          <a:p>
            <a:pPr marL="355600" indent="-342900">
              <a:lnSpc>
                <a:spcPct val="100000"/>
              </a:lnSpc>
              <a:spcBef>
                <a:spcPts val="105"/>
              </a:spcBef>
              <a:buChar char="•"/>
              <a:tabLst>
                <a:tab pos="354965" algn="l"/>
                <a:tab pos="355600" algn="l"/>
                <a:tab pos="1841500" algn="l"/>
              </a:tabLst>
            </a:pPr>
            <a:r>
              <a:rPr sz="2600" spc="-5">
                <a:latin typeface="Times New Roman" panose="02020603050405020304" pitchFamily="18" charset="0"/>
                <a:cs typeface="Times New Roman" panose="02020603050405020304" pitchFamily="18" charset="0"/>
              </a:rPr>
              <a:t>AT1:</a:t>
            </a:r>
            <a:r>
              <a:rPr sz="2600">
                <a:latin typeface="Times New Roman" panose="02020603050405020304" pitchFamily="18" charset="0"/>
                <a:cs typeface="Times New Roman" panose="02020603050405020304" pitchFamily="18" charset="0"/>
              </a:rPr>
              <a:t>Test1</a:t>
            </a:r>
            <a:r>
              <a:rPr lang="en-US" sz="2600" dirty="0">
                <a:latin typeface="Times New Roman" panose="02020603050405020304" pitchFamily="18" charset="0"/>
                <a:cs typeface="Times New Roman" panose="02020603050405020304" pitchFamily="18" charset="0"/>
              </a:rPr>
              <a:t> (IPR)</a:t>
            </a:r>
            <a:endParaRPr sz="2600" dirty="0">
              <a:latin typeface="Times New Roman" panose="02020603050405020304" pitchFamily="18" charset="0"/>
              <a:cs typeface="Times New Roman" panose="02020603050405020304" pitchFamily="18" charset="0"/>
            </a:endParaRPr>
          </a:p>
          <a:p>
            <a:pPr marL="927100">
              <a:lnSpc>
                <a:spcPct val="100000"/>
              </a:lnSpc>
            </a:pPr>
            <a:r>
              <a:rPr sz="2600" spc="-5" dirty="0">
                <a:latin typeface="Times New Roman" panose="02020603050405020304" pitchFamily="18" charset="0"/>
                <a:cs typeface="Times New Roman" panose="02020603050405020304" pitchFamily="18" charset="0"/>
              </a:rPr>
              <a:t>(Before</a:t>
            </a:r>
            <a:r>
              <a:rPr sz="2600" spc="-90" dirty="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MTE)</a:t>
            </a:r>
          </a:p>
        </p:txBody>
      </p:sp>
      <p:sp>
        <p:nvSpPr>
          <p:cNvPr id="4" name="object 4"/>
          <p:cNvSpPr txBox="1"/>
          <p:nvPr/>
        </p:nvSpPr>
        <p:spPr>
          <a:xfrm>
            <a:off x="5078095" y="1528318"/>
            <a:ext cx="1901825" cy="422275"/>
          </a:xfrm>
          <a:prstGeom prst="rect">
            <a:avLst/>
          </a:prstGeom>
        </p:spPr>
        <p:txBody>
          <a:bodyPr vert="horz" wrap="square" lIns="0" tIns="13335" rIns="0" bIns="0" rtlCol="0">
            <a:spAutoFit/>
          </a:bodyPr>
          <a:lstStyle/>
          <a:p>
            <a:pPr marL="12700">
              <a:lnSpc>
                <a:spcPct val="100000"/>
              </a:lnSpc>
              <a:spcBef>
                <a:spcPts val="105"/>
              </a:spcBef>
            </a:pPr>
            <a:r>
              <a:rPr sz="2600">
                <a:latin typeface="Times New Roman" panose="02020603050405020304" pitchFamily="18" charset="0"/>
                <a:cs typeface="Times New Roman" panose="02020603050405020304" pitchFamily="18" charset="0"/>
              </a:rPr>
              <a:t>Lecture</a:t>
            </a:r>
            <a:r>
              <a:rPr sz="2600" spc="-85">
                <a:latin typeface="Times New Roman" panose="02020603050405020304" pitchFamily="18" charset="0"/>
                <a:cs typeface="Times New Roman" panose="02020603050405020304" pitchFamily="18" charset="0"/>
              </a:rPr>
              <a:t> </a:t>
            </a:r>
            <a:r>
              <a:rPr sz="2600">
                <a:latin typeface="Times New Roman" panose="02020603050405020304" pitchFamily="18" charset="0"/>
                <a:cs typeface="Times New Roman" panose="02020603050405020304" pitchFamily="18" charset="0"/>
              </a:rPr>
              <a:t>#</a:t>
            </a:r>
            <a:r>
              <a:rPr lang="en-US" sz="2600" dirty="0">
                <a:latin typeface="Times New Roman" panose="02020603050405020304" pitchFamily="18" charset="0"/>
                <a:cs typeface="Times New Roman" panose="02020603050405020304" pitchFamily="18" charset="0"/>
              </a:rPr>
              <a:t>06</a:t>
            </a:r>
            <a:endParaRPr sz="26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535940" y="2875914"/>
            <a:ext cx="3883660" cy="813684"/>
          </a:xfrm>
          <a:prstGeom prst="rect">
            <a:avLst/>
          </a:prstGeom>
        </p:spPr>
        <p:txBody>
          <a:bodyPr vert="horz" wrap="square" lIns="0" tIns="13335" rIns="0" bIns="0" rtlCol="0">
            <a:spAutoFit/>
          </a:bodyPr>
          <a:lstStyle/>
          <a:p>
            <a:pPr marL="355600" indent="-342900">
              <a:lnSpc>
                <a:spcPct val="100000"/>
              </a:lnSpc>
              <a:spcBef>
                <a:spcPts val="105"/>
              </a:spcBef>
              <a:buChar char="•"/>
              <a:tabLst>
                <a:tab pos="354965" algn="l"/>
                <a:tab pos="355600" algn="l"/>
                <a:tab pos="1841500" algn="l"/>
              </a:tabLst>
            </a:pPr>
            <a:r>
              <a:rPr sz="2600" spc="-5" dirty="0">
                <a:latin typeface="Times New Roman" panose="02020603050405020304" pitchFamily="18" charset="0"/>
                <a:cs typeface="Times New Roman" panose="02020603050405020304" pitchFamily="18" charset="0"/>
              </a:rPr>
              <a:t>AT2:</a:t>
            </a:r>
            <a:r>
              <a:rPr sz="2600" dirty="0">
                <a:latin typeface="Times New Roman" panose="02020603050405020304" pitchFamily="18" charset="0"/>
                <a:cs typeface="Times New Roman" panose="02020603050405020304" pitchFamily="18" charset="0"/>
              </a:rPr>
              <a:t>Test2</a:t>
            </a:r>
            <a:r>
              <a:rPr lang="en-US" sz="2600" dirty="0">
                <a:latin typeface="Times New Roman" panose="02020603050405020304" pitchFamily="18" charset="0"/>
                <a:cs typeface="Times New Roman" panose="02020603050405020304" pitchFamily="18" charset="0"/>
              </a:rPr>
              <a:t>(MCQ based)</a:t>
            </a:r>
            <a:endParaRPr sz="2600" dirty="0">
              <a:latin typeface="Times New Roman" panose="02020603050405020304" pitchFamily="18" charset="0"/>
              <a:cs typeface="Times New Roman" panose="02020603050405020304" pitchFamily="18" charset="0"/>
            </a:endParaRPr>
          </a:p>
          <a:p>
            <a:pPr marL="927100">
              <a:lnSpc>
                <a:spcPct val="100000"/>
              </a:lnSpc>
            </a:pPr>
            <a:r>
              <a:rPr sz="2600" spc="-5">
                <a:latin typeface="Times New Roman" panose="02020603050405020304" pitchFamily="18" charset="0"/>
                <a:cs typeface="Times New Roman" panose="02020603050405020304" pitchFamily="18" charset="0"/>
              </a:rPr>
              <a:t>(</a:t>
            </a:r>
            <a:r>
              <a:rPr lang="en-US" sz="2600" spc="-5" dirty="0">
                <a:latin typeface="Times New Roman" panose="02020603050405020304" pitchFamily="18" charset="0"/>
                <a:cs typeface="Times New Roman" panose="02020603050405020304" pitchFamily="18" charset="0"/>
              </a:rPr>
              <a:t>After</a:t>
            </a:r>
            <a:r>
              <a:rPr sz="2600" spc="-90">
                <a:latin typeface="Times New Roman" panose="02020603050405020304" pitchFamily="18" charset="0"/>
                <a:cs typeface="Times New Roman" panose="02020603050405020304" pitchFamily="18" charset="0"/>
              </a:rPr>
              <a:t> </a:t>
            </a:r>
            <a:r>
              <a:rPr sz="2600" dirty="0">
                <a:latin typeface="Times New Roman" panose="02020603050405020304" pitchFamily="18" charset="0"/>
                <a:cs typeface="Times New Roman" panose="02020603050405020304" pitchFamily="18" charset="0"/>
              </a:rPr>
              <a:t>MTE)</a:t>
            </a:r>
          </a:p>
        </p:txBody>
      </p:sp>
      <p:sp>
        <p:nvSpPr>
          <p:cNvPr id="6" name="object 6"/>
          <p:cNvSpPr txBox="1"/>
          <p:nvPr/>
        </p:nvSpPr>
        <p:spPr>
          <a:xfrm>
            <a:off x="5108575" y="2875914"/>
            <a:ext cx="1953260" cy="422275"/>
          </a:xfrm>
          <a:prstGeom prst="rect">
            <a:avLst/>
          </a:prstGeom>
        </p:spPr>
        <p:txBody>
          <a:bodyPr vert="horz" wrap="square" lIns="0" tIns="13335" rIns="0" bIns="0" rtlCol="0">
            <a:spAutoFit/>
          </a:bodyPr>
          <a:lstStyle/>
          <a:p>
            <a:pPr marL="12700">
              <a:lnSpc>
                <a:spcPct val="100000"/>
              </a:lnSpc>
              <a:spcBef>
                <a:spcPts val="105"/>
              </a:spcBef>
            </a:pPr>
            <a:r>
              <a:rPr sz="2600" dirty="0">
                <a:latin typeface="Times New Roman" panose="02020603050405020304" pitchFamily="18" charset="0"/>
                <a:cs typeface="Times New Roman" panose="02020603050405020304" pitchFamily="18" charset="0"/>
              </a:rPr>
              <a:t>Lecture</a:t>
            </a:r>
            <a:r>
              <a:rPr sz="2600" spc="-95" dirty="0">
                <a:latin typeface="Times New Roman" panose="02020603050405020304" pitchFamily="18" charset="0"/>
                <a:cs typeface="Times New Roman" panose="02020603050405020304" pitchFamily="18" charset="0"/>
              </a:rPr>
              <a:t> </a:t>
            </a:r>
            <a:r>
              <a:rPr sz="2600">
                <a:latin typeface="Times New Roman" panose="02020603050405020304" pitchFamily="18" charset="0"/>
                <a:cs typeface="Times New Roman" panose="02020603050405020304" pitchFamily="18" charset="0"/>
              </a:rPr>
              <a:t>#1</a:t>
            </a:r>
            <a:r>
              <a:rPr lang="en-US" sz="2600" dirty="0">
                <a:latin typeface="Times New Roman" panose="02020603050405020304" pitchFamily="18" charset="0"/>
                <a:cs typeface="Times New Roman" panose="02020603050405020304" pitchFamily="18" charset="0"/>
              </a:rPr>
              <a:t>8</a:t>
            </a:r>
            <a:endParaRPr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C39126E3-F1BD-8A34-C528-DFC5391FA1A6}"/>
              </a:ext>
            </a:extLst>
          </p:cNvPr>
          <p:cNvSpPr>
            <a:spLocks noGrp="1"/>
          </p:cNvSpPr>
          <p:nvPr>
            <p:ph type="title"/>
          </p:nvPr>
        </p:nvSpPr>
        <p:spPr>
          <a:xfrm>
            <a:off x="242858" y="116632"/>
            <a:ext cx="8458200" cy="553998"/>
          </a:xfrm>
        </p:spPr>
        <p:txBody>
          <a:bodyPr/>
          <a:lstStyle/>
          <a:p>
            <a:r>
              <a:rPr lang="en-US" altLang="en-US" dirty="0">
                <a:solidFill>
                  <a:srgbClr val="C00000"/>
                </a:solidFill>
                <a:latin typeface="Times New Roman" panose="02020603050405020304" pitchFamily="18" charset="0"/>
                <a:cs typeface="Times New Roman" panose="02020603050405020304" pitchFamily="18" charset="0"/>
              </a:rPr>
              <a:t> Cohort</a:t>
            </a:r>
          </a:p>
        </p:txBody>
      </p:sp>
      <p:sp>
        <p:nvSpPr>
          <p:cNvPr id="29699" name="Content Placeholder 2">
            <a:extLst>
              <a:ext uri="{FF2B5EF4-FFF2-40B4-BE49-F238E27FC236}">
                <a16:creationId xmlns:a16="http://schemas.microsoft.com/office/drawing/2014/main" id="{1E952C85-0DD8-C4A9-D290-C9383FD899CF}"/>
              </a:ext>
            </a:extLst>
          </p:cNvPr>
          <p:cNvSpPr>
            <a:spLocks noGrp="1"/>
          </p:cNvSpPr>
          <p:nvPr>
            <p:ph idx="1"/>
          </p:nvPr>
        </p:nvSpPr>
        <p:spPr>
          <a:xfrm>
            <a:off x="357158" y="1124744"/>
            <a:ext cx="8229600" cy="6006612"/>
          </a:xfrm>
        </p:spPr>
        <p:txBody>
          <a:bodyPr/>
          <a:lstStyle/>
          <a:p>
            <a:pPr lvl="0"/>
            <a:r>
              <a:rPr lang="en-US" dirty="0">
                <a:solidFill>
                  <a:schemeClr val="lt1"/>
                </a:solidFill>
                <a:latin typeface="Calibri"/>
                <a:ea typeface="Calibri"/>
                <a:cs typeface="Calibri"/>
                <a:sym typeface="Calibri"/>
              </a:rPr>
              <a:t>Entrepreneurship</a:t>
            </a:r>
          </a:p>
          <a:p>
            <a:pPr marL="457200" indent="-457200">
              <a:lnSpc>
                <a:spcPct val="200000"/>
              </a:lnSpc>
              <a:buFont typeface="Wingdings" panose="05000000000000000000" pitchFamily="2" charset="2"/>
              <a:buChar char="q"/>
            </a:pPr>
            <a:r>
              <a:rPr lang="en-US" altLang="en-US" b="0" dirty="0">
                <a:latin typeface="Times New Roman" panose="02020603050405020304" pitchFamily="18" charset="0"/>
                <a:cs typeface="Times New Roman" panose="02020603050405020304" pitchFamily="18" charset="0"/>
              </a:rPr>
              <a:t>Entrepreneurship</a:t>
            </a:r>
          </a:p>
          <a:p>
            <a:pPr marL="457200" indent="-457200">
              <a:lnSpc>
                <a:spcPct val="200000"/>
              </a:lnSpc>
              <a:buFont typeface="Wingdings" panose="05000000000000000000" pitchFamily="2" charset="2"/>
              <a:buChar char="q"/>
            </a:pPr>
            <a:r>
              <a:rPr lang="en-US" altLang="en-US" b="0" dirty="0">
                <a:latin typeface="Times New Roman" panose="02020603050405020304" pitchFamily="18" charset="0"/>
                <a:cs typeface="Times New Roman" panose="02020603050405020304" pitchFamily="18" charset="0"/>
              </a:rPr>
              <a:t>Government jobs</a:t>
            </a:r>
          </a:p>
          <a:p>
            <a:pPr marL="457200" indent="-457200">
              <a:lnSpc>
                <a:spcPct val="200000"/>
              </a:lnSpc>
              <a:buFont typeface="Wingdings" panose="05000000000000000000" pitchFamily="2" charset="2"/>
              <a:buChar char="q"/>
            </a:pPr>
            <a:r>
              <a:rPr lang="en-US" altLang="en-US" b="0" dirty="0">
                <a:latin typeface="Times New Roman" panose="02020603050405020304" pitchFamily="18" charset="0"/>
                <a:cs typeface="Times New Roman" panose="02020603050405020304" pitchFamily="18" charset="0"/>
              </a:rPr>
              <a:t>Higher studies </a:t>
            </a:r>
          </a:p>
          <a:p>
            <a:endParaRPr lang="en-US" altLang="en-US" dirty="0">
              <a:solidFill>
                <a:srgbClr val="002060"/>
              </a:solidFill>
              <a:latin typeface="Times New Roman" panose="02020603050405020304" pitchFamily="18" charset="0"/>
              <a:cs typeface="Times New Roman" panose="02020603050405020304" pitchFamily="18" charset="0"/>
            </a:endParaRPr>
          </a:p>
          <a:p>
            <a:endParaRPr lang="en-US" altLang="en-US" dirty="0">
              <a:solidFill>
                <a:srgbClr val="002060"/>
              </a:solidFill>
              <a:latin typeface="Times New Roman" panose="02020603050405020304" pitchFamily="18" charset="0"/>
              <a:cs typeface="Times New Roman" panose="02020603050405020304" pitchFamily="18" charset="0"/>
            </a:endParaRPr>
          </a:p>
          <a:p>
            <a:r>
              <a:rPr lang="en-US" altLang="en-US" dirty="0">
                <a:solidFill>
                  <a:srgbClr val="002060"/>
                </a:solidFill>
                <a:latin typeface="Times New Roman" panose="02020603050405020304" pitchFamily="18" charset="0"/>
                <a:cs typeface="Times New Roman" panose="02020603050405020304" pitchFamily="18" charset="0"/>
              </a:rPr>
              <a:t> </a:t>
            </a:r>
          </a:p>
          <a:p>
            <a:endParaRPr lang="en-US" altLang="en-US"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transition spd="slow">
    <p:split orient="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C34F9-0B66-3455-B412-7F9EFF27ACBC}"/>
              </a:ext>
            </a:extLst>
          </p:cNvPr>
          <p:cNvSpPr>
            <a:spLocks noGrp="1"/>
          </p:cNvSpPr>
          <p:nvPr>
            <p:ph type="title"/>
          </p:nvPr>
        </p:nvSpPr>
        <p:spPr>
          <a:xfrm>
            <a:off x="251520" y="116632"/>
            <a:ext cx="3600449" cy="574040"/>
          </a:xfrm>
        </p:spPr>
        <p:txBody>
          <a:bodyPr/>
          <a:lstStyle/>
          <a:p>
            <a:r>
              <a:rPr lang="en-IN" dirty="0" err="1">
                <a:latin typeface="Times New Roman" panose="02020603050405020304" pitchFamily="18" charset="0"/>
                <a:cs typeface="Times New Roman" panose="02020603050405020304" pitchFamily="18" charset="0"/>
              </a:rPr>
              <a:t>SkillSet</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AC5F51C-891F-2A34-F81E-77FA0C3719E6}"/>
              </a:ext>
            </a:extLst>
          </p:cNvPr>
          <p:cNvSpPr>
            <a:spLocks noGrp="1"/>
          </p:cNvSpPr>
          <p:nvPr>
            <p:ph type="body" idx="1"/>
          </p:nvPr>
        </p:nvSpPr>
        <p:spPr>
          <a:xfrm>
            <a:off x="493928" y="1640839"/>
            <a:ext cx="8156143" cy="4185761"/>
          </a:xfrm>
        </p:spPr>
        <p:txBody>
          <a:bodyPr/>
          <a:lstStyle/>
          <a:p>
            <a:pPr marL="457200" indent="-457200">
              <a:lnSpc>
                <a:spcPct val="150000"/>
              </a:lnSpc>
              <a:buFont typeface="Wingdings" panose="05000000000000000000" pitchFamily="2" charset="2"/>
              <a:buChar char="§"/>
            </a:pPr>
            <a:r>
              <a:rPr lang="en-IN" b="0" dirty="0">
                <a:latin typeface="Times New Roman" panose="02020603050405020304" pitchFamily="18" charset="0"/>
                <a:cs typeface="Times New Roman" panose="02020603050405020304" pitchFamily="18" charset="0"/>
              </a:rPr>
              <a:t>Logical Thinking </a:t>
            </a:r>
          </a:p>
          <a:p>
            <a:pPr marL="457200" indent="-457200">
              <a:lnSpc>
                <a:spcPct val="150000"/>
              </a:lnSpc>
              <a:buFont typeface="Wingdings" panose="05000000000000000000" pitchFamily="2" charset="2"/>
              <a:buChar char="§"/>
            </a:pPr>
            <a:r>
              <a:rPr lang="en-IN" b="0" dirty="0">
                <a:latin typeface="Times New Roman" panose="02020603050405020304" pitchFamily="18" charset="0"/>
                <a:cs typeface="Times New Roman" panose="02020603050405020304" pitchFamily="18" charset="0"/>
              </a:rPr>
              <a:t>Technical Competence</a:t>
            </a:r>
          </a:p>
          <a:p>
            <a:pPr marL="457200" indent="-457200">
              <a:lnSpc>
                <a:spcPct val="150000"/>
              </a:lnSpc>
              <a:buFont typeface="Wingdings" panose="05000000000000000000" pitchFamily="2" charset="2"/>
              <a:buChar char="§"/>
            </a:pPr>
            <a:r>
              <a:rPr lang="en-IN" b="0" dirty="0">
                <a:latin typeface="Times New Roman" panose="02020603050405020304" pitchFamily="18" charset="0"/>
                <a:cs typeface="Times New Roman" panose="02020603050405020304" pitchFamily="18" charset="0"/>
              </a:rPr>
              <a:t>Publication</a:t>
            </a:r>
          </a:p>
          <a:p>
            <a:pPr marL="457200" indent="-457200">
              <a:lnSpc>
                <a:spcPct val="150000"/>
              </a:lnSpc>
              <a:buFont typeface="Wingdings" panose="05000000000000000000" pitchFamily="2" charset="2"/>
              <a:buChar char="§"/>
            </a:pPr>
            <a:r>
              <a:rPr lang="en-IN" b="0" dirty="0">
                <a:latin typeface="Times New Roman" panose="02020603050405020304" pitchFamily="18" charset="0"/>
                <a:cs typeface="Times New Roman" panose="02020603050405020304" pitchFamily="18" charset="0"/>
              </a:rPr>
              <a:t>Patent/ Copyright</a:t>
            </a:r>
          </a:p>
          <a:p>
            <a:pPr marL="457200" indent="-457200">
              <a:lnSpc>
                <a:spcPct val="150000"/>
              </a:lnSpc>
              <a:buFont typeface="Wingdings" panose="05000000000000000000" pitchFamily="2" charset="2"/>
              <a:buChar char="§"/>
            </a:pPr>
            <a:r>
              <a:rPr lang="en-IN" b="0" dirty="0">
                <a:latin typeface="Times New Roman" panose="02020603050405020304" pitchFamily="18" charset="0"/>
                <a:cs typeface="Times New Roman" panose="02020603050405020304" pitchFamily="18" charset="0"/>
              </a:rPr>
              <a:t>Interpersonal Skills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2935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35940" y="1618234"/>
            <a:ext cx="4926965" cy="1572225"/>
          </a:xfrm>
          <a:prstGeom prst="rect">
            <a:avLst/>
          </a:prstGeom>
        </p:spPr>
        <p:txBody>
          <a:bodyPr vert="horz" wrap="square" lIns="0" tIns="12700" rIns="0" bIns="0" rtlCol="0">
            <a:spAutoFit/>
          </a:bodyPr>
          <a:lstStyle/>
          <a:p>
            <a:pPr marL="12700">
              <a:lnSpc>
                <a:spcPct val="100000"/>
              </a:lnSpc>
              <a:tabLst>
                <a:tab pos="354965" algn="l"/>
                <a:tab pos="355600" algn="l"/>
              </a:tabLst>
            </a:pPr>
            <a:r>
              <a:rPr sz="2400" b="1" dirty="0">
                <a:latin typeface="Times New Roman" panose="02020603050405020304" pitchFamily="18" charset="0"/>
                <a:cs typeface="Times New Roman" panose="02020603050405020304" pitchFamily="18" charset="0"/>
              </a:rPr>
              <a:t>Text</a:t>
            </a:r>
            <a:r>
              <a:rPr sz="2400" b="1" spc="-70" dirty="0">
                <a:latin typeface="Times New Roman" panose="02020603050405020304" pitchFamily="18" charset="0"/>
                <a:cs typeface="Times New Roman" panose="02020603050405020304" pitchFamily="18" charset="0"/>
              </a:rPr>
              <a:t> </a:t>
            </a:r>
            <a:r>
              <a:rPr sz="2400" b="1" spc="-5" dirty="0">
                <a:latin typeface="Times New Roman" panose="02020603050405020304" pitchFamily="18" charset="0"/>
                <a:cs typeface="Times New Roman" panose="02020603050405020304" pitchFamily="18" charset="0"/>
              </a:rPr>
              <a:t>Book</a:t>
            </a:r>
            <a:endParaRPr sz="2400" b="1" dirty="0">
              <a:latin typeface="Times New Roman" panose="02020603050405020304" pitchFamily="18" charset="0"/>
              <a:cs typeface="Times New Roman" panose="02020603050405020304" pitchFamily="18" charset="0"/>
            </a:endParaRPr>
          </a:p>
          <a:p>
            <a:pPr marL="756285" marR="5080" lvl="1" indent="-287020">
              <a:lnSpc>
                <a:spcPct val="100000"/>
              </a:lnSpc>
              <a:spcBef>
                <a:spcPts val="580"/>
              </a:spcBef>
              <a:buFont typeface="Arial MT"/>
              <a:buChar char="•"/>
              <a:tabLst>
                <a:tab pos="756285" algn="l"/>
                <a:tab pos="756920" algn="l"/>
              </a:tabLst>
            </a:pPr>
            <a:r>
              <a:rPr lang="en-US" sz="2400" dirty="0"/>
              <a:t>ETHICS 101</a:t>
            </a:r>
            <a:endParaRPr sz="2400" dirty="0">
              <a:latin typeface="Times New Roman" panose="02020603050405020304" pitchFamily="18" charset="0"/>
              <a:cs typeface="Times New Roman" panose="02020603050405020304" pitchFamily="18" charset="0"/>
            </a:endParaRPr>
          </a:p>
          <a:p>
            <a:pPr marL="1155700" marR="620395" lvl="2" indent="-228600">
              <a:lnSpc>
                <a:spcPct val="100000"/>
              </a:lnSpc>
              <a:spcBef>
                <a:spcPts val="495"/>
              </a:spcBef>
              <a:buChar char="•"/>
              <a:tabLst>
                <a:tab pos="1155700" algn="l"/>
                <a:tab pos="1156335" algn="l"/>
              </a:tabLst>
            </a:pPr>
            <a:r>
              <a:rPr sz="2000" spc="-5" dirty="0">
                <a:latin typeface="Times New Roman" panose="02020603050405020304" pitchFamily="18" charset="0"/>
                <a:cs typeface="Times New Roman" panose="02020603050405020304" pitchFamily="18" charset="0"/>
              </a:rPr>
              <a:t>Author: </a:t>
            </a:r>
            <a:r>
              <a:rPr lang="en-US" sz="2000" dirty="0"/>
              <a:t>JOHN .C MAXWELL</a:t>
            </a:r>
          </a:p>
          <a:p>
            <a:pPr marL="1155700" marR="620395" lvl="2" indent="-228600">
              <a:lnSpc>
                <a:spcPct val="100000"/>
              </a:lnSpc>
              <a:spcBef>
                <a:spcPts val="495"/>
              </a:spcBef>
              <a:buChar char="•"/>
              <a:tabLst>
                <a:tab pos="1155700" algn="l"/>
                <a:tab pos="1156335" algn="l"/>
              </a:tabLst>
            </a:pPr>
            <a:r>
              <a:rPr lang="en-US" sz="2000" dirty="0">
                <a:latin typeface="Times New Roman" panose="02020603050405020304" pitchFamily="18" charset="0"/>
                <a:cs typeface="Times New Roman" panose="02020603050405020304" pitchFamily="18" charset="0"/>
              </a:rPr>
              <a:t>Publisher: </a:t>
            </a:r>
            <a:r>
              <a:rPr lang="en-US" sz="2000" dirty="0"/>
              <a:t>Hachette India</a:t>
            </a:r>
            <a:endParaRPr sz="2000" dirty="0">
              <a:latin typeface="Times New Roman" panose="02020603050405020304" pitchFamily="18" charset="0"/>
              <a:cs typeface="Times New Roman" panose="02020603050405020304" pitchFamily="18" charset="0"/>
            </a:endParaRPr>
          </a:p>
        </p:txBody>
      </p:sp>
      <p:grpSp>
        <p:nvGrpSpPr>
          <p:cNvPr id="4" name="object 4"/>
          <p:cNvGrpSpPr/>
          <p:nvPr/>
        </p:nvGrpSpPr>
        <p:grpSpPr>
          <a:xfrm>
            <a:off x="577595" y="1239011"/>
            <a:ext cx="7123430" cy="105410"/>
            <a:chOff x="577595" y="1239011"/>
            <a:chExt cx="7123430" cy="105410"/>
          </a:xfrm>
        </p:grpSpPr>
        <p:pic>
          <p:nvPicPr>
            <p:cNvPr id="5" name="object 5"/>
            <p:cNvPicPr/>
            <p:nvPr/>
          </p:nvPicPr>
          <p:blipFill>
            <a:blip r:embed="rId3" cstate="print"/>
            <a:stretch>
              <a:fillRect/>
            </a:stretch>
          </p:blipFill>
          <p:spPr>
            <a:xfrm>
              <a:off x="577595" y="1239011"/>
              <a:ext cx="7123176" cy="105155"/>
            </a:xfrm>
            <a:prstGeom prst="rect">
              <a:avLst/>
            </a:prstGeom>
          </p:spPr>
        </p:pic>
        <p:sp>
          <p:nvSpPr>
            <p:cNvPr id="6" name="object 6"/>
            <p:cNvSpPr/>
            <p:nvPr/>
          </p:nvSpPr>
          <p:spPr>
            <a:xfrm>
              <a:off x="611187" y="1268475"/>
              <a:ext cx="7056755" cy="0"/>
            </a:xfrm>
            <a:custGeom>
              <a:avLst/>
              <a:gdLst/>
              <a:ahLst/>
              <a:cxnLst/>
              <a:rect l="l" t="t" r="r" b="b"/>
              <a:pathLst>
                <a:path w="7056755">
                  <a:moveTo>
                    <a:pt x="0" y="0"/>
                  </a:moveTo>
                  <a:lnTo>
                    <a:pt x="7056437" y="0"/>
                  </a:lnTo>
                </a:path>
              </a:pathLst>
            </a:custGeom>
            <a:ln w="38100">
              <a:solidFill>
                <a:srgbClr val="2C2CB8"/>
              </a:solidFill>
            </a:ln>
          </p:spPr>
          <p:txBody>
            <a:bodyPr wrap="square" lIns="0" tIns="0" rIns="0" bIns="0" rtlCol="0"/>
            <a:lstStyle/>
            <a:p>
              <a:endParaRPr/>
            </a:p>
          </p:txBody>
        </p:sp>
      </p:grpSp>
      <p:sp>
        <p:nvSpPr>
          <p:cNvPr id="9" name="Title 8">
            <a:extLst>
              <a:ext uri="{FF2B5EF4-FFF2-40B4-BE49-F238E27FC236}">
                <a16:creationId xmlns:a16="http://schemas.microsoft.com/office/drawing/2014/main" id="{20387987-F894-02B4-7BA5-1C5563418540}"/>
              </a:ext>
            </a:extLst>
          </p:cNvPr>
          <p:cNvSpPr>
            <a:spLocks noGrp="1"/>
          </p:cNvSpPr>
          <p:nvPr>
            <p:ph type="title"/>
          </p:nvPr>
        </p:nvSpPr>
        <p:spPr>
          <a:xfrm>
            <a:off x="467544" y="116632"/>
            <a:ext cx="5915024" cy="574040"/>
          </a:xfrm>
        </p:spPr>
        <p:txBody>
          <a:bodyPr/>
          <a:lstStyle/>
          <a:p>
            <a:r>
              <a:rPr lang="en-IN" dirty="0">
                <a:latin typeface="Times New Roman" panose="02020603050405020304" pitchFamily="18" charset="0"/>
                <a:cs typeface="Times New Roman" panose="02020603050405020304" pitchFamily="18" charset="0"/>
              </a:rPr>
              <a:t>Text /Reference Book</a:t>
            </a:r>
          </a:p>
        </p:txBody>
      </p:sp>
      <p:pic>
        <p:nvPicPr>
          <p:cNvPr id="27650" name="Picture 2" descr="C:\Users\Admin\Desktop\Ethics.jpg"/>
          <p:cNvPicPr>
            <a:picLocks noChangeAspect="1" noChangeArrowheads="1"/>
          </p:cNvPicPr>
          <p:nvPr/>
        </p:nvPicPr>
        <p:blipFill>
          <a:blip r:embed="rId4"/>
          <a:srcRect/>
          <a:stretch>
            <a:fillRect/>
          </a:stretch>
        </p:blipFill>
        <p:spPr bwMode="auto">
          <a:xfrm>
            <a:off x="6000760" y="1714488"/>
            <a:ext cx="2182839" cy="3302017"/>
          </a:xfrm>
          <a:prstGeom prst="rect">
            <a:avLst/>
          </a:prstGeom>
          <a:noFill/>
        </p:spPr>
      </p:pic>
    </p:spTree>
    <p:extLst>
      <p:ext uri="{BB962C8B-B14F-4D97-AF65-F5344CB8AC3E}">
        <p14:creationId xmlns:p14="http://schemas.microsoft.com/office/powerpoint/2010/main" val="27574250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512" y="35898"/>
            <a:ext cx="5485765" cy="574040"/>
          </a:xfrm>
          <a:prstGeom prst="rect">
            <a:avLst/>
          </a:prstGeom>
        </p:spPr>
        <p:txBody>
          <a:bodyPr vert="horz" wrap="square" lIns="0" tIns="12700" rIns="0" bIns="0" rtlCol="0">
            <a:spAutoFit/>
          </a:bodyPr>
          <a:lstStyle/>
          <a:p>
            <a:pPr marL="12700">
              <a:lnSpc>
                <a:spcPct val="100000"/>
              </a:lnSpc>
              <a:spcBef>
                <a:spcPts val="100"/>
              </a:spcBef>
            </a:pPr>
            <a:r>
              <a:rPr sz="3200" dirty="0">
                <a:latin typeface="Times New Roman" panose="02020603050405020304" pitchFamily="18" charset="0"/>
                <a:cs typeface="Times New Roman" panose="02020603050405020304" pitchFamily="18" charset="0"/>
              </a:rPr>
              <a:t>UNIT</a:t>
            </a:r>
            <a:r>
              <a:rPr sz="3200" spc="-50" dirty="0">
                <a:latin typeface="Times New Roman" panose="02020603050405020304" pitchFamily="18" charset="0"/>
                <a:cs typeface="Times New Roman" panose="02020603050405020304" pitchFamily="18" charset="0"/>
              </a:rPr>
              <a:t> </a:t>
            </a:r>
            <a:r>
              <a:rPr sz="3200" spc="-5" dirty="0">
                <a:latin typeface="Times New Roman" panose="02020603050405020304" pitchFamily="18" charset="0"/>
                <a:cs typeface="Times New Roman" panose="02020603050405020304" pitchFamily="18" charset="0"/>
              </a:rPr>
              <a:t>1:</a:t>
            </a:r>
            <a:r>
              <a:rPr sz="3200" spc="-3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ETHICS</a:t>
            </a:r>
            <a:endParaRPr sz="3200" dirty="0">
              <a:latin typeface="Times New Roman" panose="02020603050405020304" pitchFamily="18" charset="0"/>
              <a:cs typeface="Times New Roman" panose="02020603050405020304" pitchFamily="18" charset="0"/>
            </a:endParaRPr>
          </a:p>
        </p:txBody>
      </p:sp>
      <p:grpSp>
        <p:nvGrpSpPr>
          <p:cNvPr id="4" name="object 4"/>
          <p:cNvGrpSpPr/>
          <p:nvPr/>
        </p:nvGrpSpPr>
        <p:grpSpPr>
          <a:xfrm>
            <a:off x="683568" y="1484784"/>
            <a:ext cx="7500989" cy="4531371"/>
            <a:chOff x="2121408" y="1714488"/>
            <a:chExt cx="4386580" cy="4531371"/>
          </a:xfrm>
        </p:grpSpPr>
        <p:pic>
          <p:nvPicPr>
            <p:cNvPr id="5" name="object 5"/>
            <p:cNvPicPr/>
            <p:nvPr/>
          </p:nvPicPr>
          <p:blipFill>
            <a:blip r:embed="rId2" cstate="print"/>
            <a:stretch>
              <a:fillRect/>
            </a:stretch>
          </p:blipFill>
          <p:spPr>
            <a:xfrm>
              <a:off x="2204961" y="1857364"/>
              <a:ext cx="4212336" cy="4371033"/>
            </a:xfrm>
            <a:prstGeom prst="rect">
              <a:avLst/>
            </a:prstGeom>
          </p:spPr>
        </p:pic>
        <p:sp>
          <p:nvSpPr>
            <p:cNvPr id="6" name="object 6"/>
            <p:cNvSpPr/>
            <p:nvPr/>
          </p:nvSpPr>
          <p:spPr>
            <a:xfrm>
              <a:off x="2121408" y="1714488"/>
              <a:ext cx="4386580" cy="4531371"/>
            </a:xfrm>
            <a:custGeom>
              <a:avLst/>
              <a:gdLst/>
              <a:ahLst/>
              <a:cxnLst/>
              <a:rect l="l" t="t" r="r" b="b"/>
              <a:pathLst>
                <a:path w="4386580" h="3058160">
                  <a:moveTo>
                    <a:pt x="4315333" y="71120"/>
                  </a:moveTo>
                  <a:lnTo>
                    <a:pt x="4297680" y="71120"/>
                  </a:lnTo>
                  <a:lnTo>
                    <a:pt x="4297680" y="88900"/>
                  </a:lnTo>
                  <a:lnTo>
                    <a:pt x="4297680" y="2969260"/>
                  </a:lnTo>
                  <a:lnTo>
                    <a:pt x="88392" y="2969260"/>
                  </a:lnTo>
                  <a:lnTo>
                    <a:pt x="88392" y="88900"/>
                  </a:lnTo>
                  <a:lnTo>
                    <a:pt x="4297680" y="88900"/>
                  </a:lnTo>
                  <a:lnTo>
                    <a:pt x="4297680" y="71120"/>
                  </a:lnTo>
                  <a:lnTo>
                    <a:pt x="70739" y="71120"/>
                  </a:lnTo>
                  <a:lnTo>
                    <a:pt x="70739" y="88900"/>
                  </a:lnTo>
                  <a:lnTo>
                    <a:pt x="70739" y="2969260"/>
                  </a:lnTo>
                  <a:lnTo>
                    <a:pt x="70739" y="2987040"/>
                  </a:lnTo>
                  <a:lnTo>
                    <a:pt x="4315333" y="2987040"/>
                  </a:lnTo>
                  <a:lnTo>
                    <a:pt x="4315333" y="2969272"/>
                  </a:lnTo>
                  <a:lnTo>
                    <a:pt x="4315333" y="88900"/>
                  </a:lnTo>
                  <a:lnTo>
                    <a:pt x="4315333" y="71120"/>
                  </a:lnTo>
                  <a:close/>
                </a:path>
                <a:path w="4386580" h="3058160">
                  <a:moveTo>
                    <a:pt x="4386072" y="53594"/>
                  </a:moveTo>
                  <a:lnTo>
                    <a:pt x="4332986" y="53594"/>
                  </a:lnTo>
                  <a:lnTo>
                    <a:pt x="4332986" y="3004616"/>
                  </a:lnTo>
                  <a:lnTo>
                    <a:pt x="4386072" y="3004616"/>
                  </a:lnTo>
                  <a:lnTo>
                    <a:pt x="4386072" y="53594"/>
                  </a:lnTo>
                  <a:close/>
                </a:path>
                <a:path w="4386580" h="3058160">
                  <a:moveTo>
                    <a:pt x="4386072" y="0"/>
                  </a:moveTo>
                  <a:lnTo>
                    <a:pt x="0" y="0"/>
                  </a:lnTo>
                  <a:lnTo>
                    <a:pt x="0" y="53340"/>
                  </a:lnTo>
                  <a:lnTo>
                    <a:pt x="0" y="3004820"/>
                  </a:lnTo>
                  <a:lnTo>
                    <a:pt x="0" y="3058160"/>
                  </a:lnTo>
                  <a:lnTo>
                    <a:pt x="4386072" y="3058160"/>
                  </a:lnTo>
                  <a:lnTo>
                    <a:pt x="4386072" y="3004820"/>
                  </a:lnTo>
                  <a:lnTo>
                    <a:pt x="53086" y="3004820"/>
                  </a:lnTo>
                  <a:lnTo>
                    <a:pt x="53086" y="53340"/>
                  </a:lnTo>
                  <a:lnTo>
                    <a:pt x="4386072" y="53340"/>
                  </a:lnTo>
                  <a:lnTo>
                    <a:pt x="4386072" y="0"/>
                  </a:lnTo>
                  <a:close/>
                </a:path>
              </a:pathLst>
            </a:custGeom>
            <a:solidFill>
              <a:srgbClr val="000000"/>
            </a:solidFill>
          </p:spPr>
          <p:txBody>
            <a:bodyPr wrap="square" lIns="0" tIns="0" rIns="0" bIns="0" rtlCol="0"/>
            <a:lstStyle/>
            <a:p>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739" y="193040"/>
            <a:ext cx="6105525" cy="320601"/>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Times New Roman" panose="02020603050405020304" pitchFamily="18" charset="0"/>
                <a:cs typeface="Times New Roman" panose="02020603050405020304" pitchFamily="18" charset="0"/>
              </a:rPr>
              <a:t>UNIT</a:t>
            </a:r>
            <a:r>
              <a:rPr lang="en-US" sz="2000" spc="-50" dirty="0">
                <a:latin typeface="Times New Roman" panose="02020603050405020304" pitchFamily="18" charset="0"/>
                <a:cs typeface="Times New Roman" panose="02020603050405020304" pitchFamily="18" charset="0"/>
              </a:rPr>
              <a:t> </a:t>
            </a:r>
            <a:r>
              <a:rPr lang="en-US" sz="2000" spc="-5" dirty="0">
                <a:latin typeface="Times New Roman" panose="02020603050405020304" pitchFamily="18" charset="0"/>
                <a:cs typeface="Times New Roman" panose="02020603050405020304" pitchFamily="18" charset="0"/>
              </a:rPr>
              <a:t>2:</a:t>
            </a:r>
            <a:r>
              <a:rPr lang="en-US" sz="2000" spc="-30" dirty="0">
                <a:latin typeface="Times New Roman" panose="02020603050405020304" pitchFamily="18" charset="0"/>
                <a:cs typeface="Times New Roman" panose="02020603050405020304" pitchFamily="18" charset="0"/>
              </a:rPr>
              <a:t> INTELLECTUAL PROPERTIES</a:t>
            </a:r>
            <a:endParaRPr sz="2000" dirty="0">
              <a:latin typeface="Times New Roman" panose="02020603050405020304" pitchFamily="18" charset="0"/>
              <a:cs typeface="Times New Roman" panose="02020603050405020304" pitchFamily="18" charset="0"/>
            </a:endParaRPr>
          </a:p>
        </p:txBody>
      </p:sp>
      <p:grpSp>
        <p:nvGrpSpPr>
          <p:cNvPr id="4" name="object 4"/>
          <p:cNvGrpSpPr/>
          <p:nvPr/>
        </p:nvGrpSpPr>
        <p:grpSpPr>
          <a:xfrm>
            <a:off x="573023" y="1524000"/>
            <a:ext cx="7998459" cy="2597150"/>
            <a:chOff x="573023" y="1545589"/>
            <a:chExt cx="7998459" cy="2597150"/>
          </a:xfrm>
        </p:grpSpPr>
        <p:pic>
          <p:nvPicPr>
            <p:cNvPr id="5" name="object 5"/>
            <p:cNvPicPr/>
            <p:nvPr/>
          </p:nvPicPr>
          <p:blipFill>
            <a:blip r:embed="rId2" cstate="print"/>
            <a:stretch>
              <a:fillRect/>
            </a:stretch>
          </p:blipFill>
          <p:spPr>
            <a:xfrm>
              <a:off x="658367" y="1630679"/>
              <a:ext cx="7824216" cy="2423160"/>
            </a:xfrm>
            <a:prstGeom prst="rect">
              <a:avLst/>
            </a:prstGeom>
          </p:spPr>
        </p:pic>
        <p:sp>
          <p:nvSpPr>
            <p:cNvPr id="6" name="object 6"/>
            <p:cNvSpPr/>
            <p:nvPr/>
          </p:nvSpPr>
          <p:spPr>
            <a:xfrm>
              <a:off x="573024" y="1545589"/>
              <a:ext cx="7998459" cy="2597150"/>
            </a:xfrm>
            <a:custGeom>
              <a:avLst/>
              <a:gdLst/>
              <a:ahLst/>
              <a:cxnLst/>
              <a:rect l="l" t="t" r="r" b="b"/>
              <a:pathLst>
                <a:path w="7998459" h="2597150">
                  <a:moveTo>
                    <a:pt x="7927213" y="71120"/>
                  </a:moveTo>
                  <a:lnTo>
                    <a:pt x="70713" y="71120"/>
                  </a:lnTo>
                  <a:lnTo>
                    <a:pt x="70713" y="87630"/>
                  </a:lnTo>
                  <a:lnTo>
                    <a:pt x="70713" y="2508250"/>
                  </a:lnTo>
                  <a:lnTo>
                    <a:pt x="70713" y="2526030"/>
                  </a:lnTo>
                  <a:lnTo>
                    <a:pt x="7927213" y="2526030"/>
                  </a:lnTo>
                  <a:lnTo>
                    <a:pt x="7927213" y="2508250"/>
                  </a:lnTo>
                  <a:lnTo>
                    <a:pt x="7927213" y="88138"/>
                  </a:lnTo>
                  <a:lnTo>
                    <a:pt x="7909560" y="88138"/>
                  </a:lnTo>
                  <a:lnTo>
                    <a:pt x="7909560" y="2508250"/>
                  </a:lnTo>
                  <a:lnTo>
                    <a:pt x="88392" y="2508250"/>
                  </a:lnTo>
                  <a:lnTo>
                    <a:pt x="88392" y="87630"/>
                  </a:lnTo>
                  <a:lnTo>
                    <a:pt x="7927213" y="87630"/>
                  </a:lnTo>
                  <a:lnTo>
                    <a:pt x="7927213" y="71120"/>
                  </a:lnTo>
                  <a:close/>
                </a:path>
                <a:path w="7998459" h="2597150">
                  <a:moveTo>
                    <a:pt x="7997952" y="0"/>
                  </a:moveTo>
                  <a:lnTo>
                    <a:pt x="0" y="0"/>
                  </a:lnTo>
                  <a:lnTo>
                    <a:pt x="0" y="53340"/>
                  </a:lnTo>
                  <a:lnTo>
                    <a:pt x="0" y="2543810"/>
                  </a:lnTo>
                  <a:lnTo>
                    <a:pt x="0" y="2597150"/>
                  </a:lnTo>
                  <a:lnTo>
                    <a:pt x="7997952" y="2597150"/>
                  </a:lnTo>
                  <a:lnTo>
                    <a:pt x="7997952" y="2543810"/>
                  </a:lnTo>
                  <a:lnTo>
                    <a:pt x="53035" y="2543810"/>
                  </a:lnTo>
                  <a:lnTo>
                    <a:pt x="53035" y="53340"/>
                  </a:lnTo>
                  <a:lnTo>
                    <a:pt x="7944866" y="53340"/>
                  </a:lnTo>
                  <a:lnTo>
                    <a:pt x="7944866" y="2543556"/>
                  </a:lnTo>
                  <a:lnTo>
                    <a:pt x="7997952" y="2543556"/>
                  </a:lnTo>
                  <a:lnTo>
                    <a:pt x="7997952" y="53340"/>
                  </a:lnTo>
                  <a:lnTo>
                    <a:pt x="7997952" y="52832"/>
                  </a:lnTo>
                  <a:lnTo>
                    <a:pt x="7997952" y="0"/>
                  </a:lnTo>
                  <a:close/>
                </a:path>
              </a:pathLst>
            </a:custGeom>
            <a:solidFill>
              <a:srgbClr val="000000"/>
            </a:solidFill>
          </p:spPr>
          <p:txBody>
            <a:bodyPr wrap="square" lIns="0" tIns="0" rIns="0" bIns="0" rtlCol="0"/>
            <a:lstStyle/>
            <a:p>
              <a:endParaRPr/>
            </a:p>
          </p:txBody>
        </p:sp>
      </p:grpSp>
      <p:grpSp>
        <p:nvGrpSpPr>
          <p:cNvPr id="7" name="object 7"/>
          <p:cNvGrpSpPr/>
          <p:nvPr/>
        </p:nvGrpSpPr>
        <p:grpSpPr>
          <a:xfrm>
            <a:off x="3054095" y="4458970"/>
            <a:ext cx="3035935" cy="1978660"/>
            <a:chOff x="3054095" y="4458970"/>
            <a:chExt cx="3035935" cy="1978660"/>
          </a:xfrm>
        </p:grpSpPr>
        <p:pic>
          <p:nvPicPr>
            <p:cNvPr id="8" name="object 8"/>
            <p:cNvPicPr/>
            <p:nvPr/>
          </p:nvPicPr>
          <p:blipFill>
            <a:blip r:embed="rId3" cstate="print"/>
            <a:stretch>
              <a:fillRect/>
            </a:stretch>
          </p:blipFill>
          <p:spPr>
            <a:xfrm>
              <a:off x="3139439" y="4544504"/>
              <a:ext cx="2862072" cy="1804479"/>
            </a:xfrm>
            <a:prstGeom prst="rect">
              <a:avLst/>
            </a:prstGeom>
          </p:spPr>
        </p:pic>
        <p:sp>
          <p:nvSpPr>
            <p:cNvPr id="9" name="object 9"/>
            <p:cNvSpPr/>
            <p:nvPr/>
          </p:nvSpPr>
          <p:spPr>
            <a:xfrm>
              <a:off x="3054096" y="4458969"/>
              <a:ext cx="3035935" cy="1978660"/>
            </a:xfrm>
            <a:custGeom>
              <a:avLst/>
              <a:gdLst/>
              <a:ahLst/>
              <a:cxnLst/>
              <a:rect l="l" t="t" r="r" b="b"/>
              <a:pathLst>
                <a:path w="3035935" h="1978660">
                  <a:moveTo>
                    <a:pt x="2965069" y="71120"/>
                  </a:moveTo>
                  <a:lnTo>
                    <a:pt x="2947416" y="71120"/>
                  </a:lnTo>
                  <a:lnTo>
                    <a:pt x="2947416" y="88900"/>
                  </a:lnTo>
                  <a:lnTo>
                    <a:pt x="2947416" y="1889760"/>
                  </a:lnTo>
                  <a:lnTo>
                    <a:pt x="88392" y="1889760"/>
                  </a:lnTo>
                  <a:lnTo>
                    <a:pt x="88392" y="88900"/>
                  </a:lnTo>
                  <a:lnTo>
                    <a:pt x="2947416" y="88900"/>
                  </a:lnTo>
                  <a:lnTo>
                    <a:pt x="2947416" y="71120"/>
                  </a:lnTo>
                  <a:lnTo>
                    <a:pt x="70739" y="71120"/>
                  </a:lnTo>
                  <a:lnTo>
                    <a:pt x="70739" y="88900"/>
                  </a:lnTo>
                  <a:lnTo>
                    <a:pt x="70739" y="1889760"/>
                  </a:lnTo>
                  <a:lnTo>
                    <a:pt x="70739" y="1907540"/>
                  </a:lnTo>
                  <a:lnTo>
                    <a:pt x="2965069" y="1907540"/>
                  </a:lnTo>
                  <a:lnTo>
                    <a:pt x="2965069" y="1890026"/>
                  </a:lnTo>
                  <a:lnTo>
                    <a:pt x="2965069" y="1889760"/>
                  </a:lnTo>
                  <a:lnTo>
                    <a:pt x="2965069" y="88900"/>
                  </a:lnTo>
                  <a:lnTo>
                    <a:pt x="2965069" y="88646"/>
                  </a:lnTo>
                  <a:lnTo>
                    <a:pt x="2965069" y="71120"/>
                  </a:lnTo>
                  <a:close/>
                </a:path>
                <a:path w="3035935" h="1978660">
                  <a:moveTo>
                    <a:pt x="3035808" y="0"/>
                  </a:moveTo>
                  <a:lnTo>
                    <a:pt x="2982722" y="0"/>
                  </a:lnTo>
                  <a:lnTo>
                    <a:pt x="2982722" y="53340"/>
                  </a:lnTo>
                  <a:lnTo>
                    <a:pt x="2982722" y="1925320"/>
                  </a:lnTo>
                  <a:lnTo>
                    <a:pt x="53086" y="1925320"/>
                  </a:lnTo>
                  <a:lnTo>
                    <a:pt x="53086" y="53340"/>
                  </a:lnTo>
                  <a:lnTo>
                    <a:pt x="2982722" y="53340"/>
                  </a:lnTo>
                  <a:lnTo>
                    <a:pt x="2982722" y="0"/>
                  </a:lnTo>
                  <a:lnTo>
                    <a:pt x="0" y="0"/>
                  </a:lnTo>
                  <a:lnTo>
                    <a:pt x="0" y="53340"/>
                  </a:lnTo>
                  <a:lnTo>
                    <a:pt x="0" y="1925320"/>
                  </a:lnTo>
                  <a:lnTo>
                    <a:pt x="0" y="1978660"/>
                  </a:lnTo>
                  <a:lnTo>
                    <a:pt x="3035808" y="1978660"/>
                  </a:lnTo>
                  <a:lnTo>
                    <a:pt x="3035808" y="1925370"/>
                  </a:lnTo>
                  <a:lnTo>
                    <a:pt x="3035808" y="53340"/>
                  </a:lnTo>
                  <a:lnTo>
                    <a:pt x="3035808" y="0"/>
                  </a:lnTo>
                  <a:close/>
                </a:path>
              </a:pathLst>
            </a:custGeom>
            <a:solidFill>
              <a:srgbClr val="000000"/>
            </a:solidFill>
          </p:spPr>
          <p:txBody>
            <a:bodyPr wrap="square" lIns="0" tIns="0" rIns="0" bIns="0" rtlCol="0"/>
            <a:lstStyle/>
            <a:p>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214290"/>
            <a:ext cx="7358114" cy="381515"/>
          </a:xfrm>
          <a:prstGeom prst="rect">
            <a:avLst/>
          </a:prstGeom>
        </p:spPr>
        <p:txBody>
          <a:bodyPr vert="horz" wrap="square" lIns="0" tIns="12065" rIns="0" bIns="0" rtlCol="0">
            <a:spAutoFit/>
          </a:bodyPr>
          <a:lstStyle/>
          <a:p>
            <a:pPr marL="12700">
              <a:lnSpc>
                <a:spcPct val="100000"/>
              </a:lnSpc>
              <a:spcBef>
                <a:spcPts val="95"/>
              </a:spcBef>
            </a:pPr>
            <a:r>
              <a:rPr sz="2000" dirty="0">
                <a:latin typeface="Times New Roman" panose="02020603050405020304" pitchFamily="18" charset="0"/>
                <a:cs typeface="Times New Roman" panose="02020603050405020304" pitchFamily="18" charset="0"/>
              </a:rPr>
              <a:t>UNIT</a:t>
            </a:r>
            <a:r>
              <a:rPr sz="2000" spc="-2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3</a:t>
            </a:r>
            <a:r>
              <a:rPr sz="2400" spc="-5" dirty="0">
                <a:latin typeface="Times New Roman" panose="02020603050405020304" pitchFamily="18" charset="0"/>
                <a:cs typeface="Times New Roman" panose="02020603050405020304" pitchFamily="18" charset="0"/>
              </a:rPr>
              <a:t>:</a:t>
            </a:r>
            <a:r>
              <a:rPr lang="en-IN" sz="2400" spc="-5" dirty="0">
                <a:latin typeface="Times New Roman" panose="02020603050405020304" pitchFamily="18" charset="0"/>
                <a:cs typeface="Times New Roman" panose="02020603050405020304" pitchFamily="18" charset="0"/>
              </a:rPr>
              <a:t> </a:t>
            </a:r>
            <a:r>
              <a:rPr lang="en-US" sz="1800" spc="-5" dirty="0">
                <a:uFill>
                  <a:solidFill>
                    <a:srgbClr val="FF0000"/>
                  </a:solidFill>
                </a:uFill>
                <a:latin typeface="Times New Roman" panose="02020603050405020304" pitchFamily="18" charset="0"/>
                <a:cs typeface="Times New Roman" panose="02020603050405020304" pitchFamily="18" charset="0"/>
              </a:rPr>
              <a:t>GOVERNMENT FUNDING AND SCHEMES FOR STARTUPS</a:t>
            </a:r>
            <a:endParaRPr sz="1800" dirty="0">
              <a:latin typeface="Times New Roman" panose="02020603050405020304" pitchFamily="18" charset="0"/>
              <a:cs typeface="Times New Roman" panose="02020603050405020304" pitchFamily="18" charset="0"/>
            </a:endParaRPr>
          </a:p>
        </p:txBody>
      </p:sp>
      <p:sp>
        <p:nvSpPr>
          <p:cNvPr id="6" name="object 6"/>
          <p:cNvSpPr/>
          <p:nvPr/>
        </p:nvSpPr>
        <p:spPr>
          <a:xfrm>
            <a:off x="573024" y="1524000"/>
            <a:ext cx="7998459" cy="3405198"/>
          </a:xfrm>
          <a:custGeom>
            <a:avLst/>
            <a:gdLst/>
            <a:ahLst/>
            <a:cxnLst/>
            <a:rect l="l" t="t" r="r" b="b"/>
            <a:pathLst>
              <a:path w="7998459" h="2597150">
                <a:moveTo>
                  <a:pt x="7927213" y="71120"/>
                </a:moveTo>
                <a:lnTo>
                  <a:pt x="70713" y="71120"/>
                </a:lnTo>
                <a:lnTo>
                  <a:pt x="70713" y="87630"/>
                </a:lnTo>
                <a:lnTo>
                  <a:pt x="70713" y="2508250"/>
                </a:lnTo>
                <a:lnTo>
                  <a:pt x="70713" y="2526030"/>
                </a:lnTo>
                <a:lnTo>
                  <a:pt x="7927213" y="2526030"/>
                </a:lnTo>
                <a:lnTo>
                  <a:pt x="7927213" y="2508250"/>
                </a:lnTo>
                <a:lnTo>
                  <a:pt x="7927213" y="88138"/>
                </a:lnTo>
                <a:lnTo>
                  <a:pt x="7909560" y="88138"/>
                </a:lnTo>
                <a:lnTo>
                  <a:pt x="7909560" y="2508250"/>
                </a:lnTo>
                <a:lnTo>
                  <a:pt x="88392" y="2508250"/>
                </a:lnTo>
                <a:lnTo>
                  <a:pt x="88392" y="87630"/>
                </a:lnTo>
                <a:lnTo>
                  <a:pt x="7927213" y="87630"/>
                </a:lnTo>
                <a:lnTo>
                  <a:pt x="7927213" y="71120"/>
                </a:lnTo>
                <a:close/>
              </a:path>
              <a:path w="7998459" h="2597150">
                <a:moveTo>
                  <a:pt x="7997952" y="0"/>
                </a:moveTo>
                <a:lnTo>
                  <a:pt x="0" y="0"/>
                </a:lnTo>
                <a:lnTo>
                  <a:pt x="0" y="53340"/>
                </a:lnTo>
                <a:lnTo>
                  <a:pt x="0" y="2543810"/>
                </a:lnTo>
                <a:lnTo>
                  <a:pt x="0" y="2597150"/>
                </a:lnTo>
                <a:lnTo>
                  <a:pt x="7997952" y="2597150"/>
                </a:lnTo>
                <a:lnTo>
                  <a:pt x="7997952" y="2543810"/>
                </a:lnTo>
                <a:lnTo>
                  <a:pt x="53035" y="2543810"/>
                </a:lnTo>
                <a:lnTo>
                  <a:pt x="53035" y="53340"/>
                </a:lnTo>
                <a:lnTo>
                  <a:pt x="7944866" y="53340"/>
                </a:lnTo>
                <a:lnTo>
                  <a:pt x="7944866" y="2543556"/>
                </a:lnTo>
                <a:lnTo>
                  <a:pt x="7997952" y="2543556"/>
                </a:lnTo>
                <a:lnTo>
                  <a:pt x="7997952" y="53340"/>
                </a:lnTo>
                <a:lnTo>
                  <a:pt x="7997952" y="52832"/>
                </a:lnTo>
                <a:lnTo>
                  <a:pt x="7997952" y="0"/>
                </a:lnTo>
                <a:close/>
              </a:path>
            </a:pathLst>
          </a:custGeom>
          <a:solidFill>
            <a:srgbClr val="000000"/>
          </a:solidFill>
        </p:spPr>
        <p:txBody>
          <a:bodyPr wrap="square" lIns="0" tIns="0" rIns="0" bIns="0" rtlCol="0"/>
          <a:lstStyle/>
          <a:p>
            <a:endParaRPr/>
          </a:p>
        </p:txBody>
      </p:sp>
      <p:pic>
        <p:nvPicPr>
          <p:cNvPr id="9218" name="Picture 2" descr="C:\Users\Admin\Desktop\startup-india-scheme-1024x570.jpg"/>
          <p:cNvPicPr>
            <a:picLocks noChangeAspect="1" noChangeArrowheads="1"/>
          </p:cNvPicPr>
          <p:nvPr/>
        </p:nvPicPr>
        <p:blipFill>
          <a:blip r:embed="rId2"/>
          <a:srcRect/>
          <a:stretch>
            <a:fillRect/>
          </a:stretch>
        </p:blipFill>
        <p:spPr bwMode="auto">
          <a:xfrm>
            <a:off x="714348" y="1714488"/>
            <a:ext cx="7572428" cy="2879286"/>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116632"/>
            <a:ext cx="7358114" cy="504625"/>
          </a:xfrm>
          <a:prstGeom prst="rect">
            <a:avLst/>
          </a:prstGeom>
        </p:spPr>
        <p:txBody>
          <a:bodyPr vert="horz" wrap="square" lIns="0" tIns="12065" rIns="0" bIns="0" rtlCol="0">
            <a:spAutoFit/>
          </a:bodyPr>
          <a:lstStyle/>
          <a:p>
            <a:pPr marL="12700">
              <a:lnSpc>
                <a:spcPct val="100000"/>
              </a:lnSpc>
              <a:spcBef>
                <a:spcPts val="95"/>
              </a:spcBef>
            </a:pPr>
            <a:r>
              <a:rPr sz="2800" dirty="0">
                <a:latin typeface="Times New Roman" panose="02020603050405020304" pitchFamily="18" charset="0"/>
                <a:cs typeface="Times New Roman" panose="02020603050405020304" pitchFamily="18" charset="0"/>
              </a:rPr>
              <a:t>UNIT</a:t>
            </a:r>
            <a:r>
              <a:rPr sz="2800" spc="-20" dirty="0">
                <a:latin typeface="Times New Roman" panose="02020603050405020304" pitchFamily="18" charset="0"/>
                <a:cs typeface="Times New Roman" panose="02020603050405020304" pitchFamily="18" charset="0"/>
              </a:rPr>
              <a:t> </a:t>
            </a:r>
            <a:r>
              <a:rPr lang="en-US" sz="2800" spc="-20" dirty="0">
                <a:latin typeface="Times New Roman" panose="02020603050405020304" pitchFamily="18" charset="0"/>
                <a:cs typeface="Times New Roman" panose="02020603050405020304" pitchFamily="18" charset="0"/>
              </a:rPr>
              <a:t>4</a:t>
            </a:r>
            <a:r>
              <a:rPr sz="3200" spc="-5" dirty="0">
                <a:latin typeface="Times New Roman" panose="02020603050405020304" pitchFamily="18" charset="0"/>
                <a:cs typeface="Times New Roman" panose="02020603050405020304" pitchFamily="18" charset="0"/>
              </a:rPr>
              <a:t>: </a:t>
            </a:r>
            <a:r>
              <a:rPr lang="en-US" sz="2800" spc="-5" dirty="0">
                <a:uFill>
                  <a:solidFill>
                    <a:srgbClr val="FF0000"/>
                  </a:solidFill>
                </a:uFill>
                <a:latin typeface="Times New Roman" panose="02020603050405020304" pitchFamily="18" charset="0"/>
                <a:cs typeface="Times New Roman" panose="02020603050405020304" pitchFamily="18" charset="0"/>
              </a:rPr>
              <a:t>STARTUP IN IT</a:t>
            </a:r>
            <a:endParaRPr sz="2400" dirty="0">
              <a:latin typeface="Times New Roman" panose="02020603050405020304" pitchFamily="18" charset="0"/>
              <a:cs typeface="Times New Roman" panose="02020603050405020304" pitchFamily="18" charset="0"/>
            </a:endParaRPr>
          </a:p>
        </p:txBody>
      </p:sp>
      <p:sp>
        <p:nvSpPr>
          <p:cNvPr id="6" name="object 6"/>
          <p:cNvSpPr/>
          <p:nvPr/>
        </p:nvSpPr>
        <p:spPr>
          <a:xfrm>
            <a:off x="573024" y="1524000"/>
            <a:ext cx="7998459" cy="3405198"/>
          </a:xfrm>
          <a:custGeom>
            <a:avLst/>
            <a:gdLst/>
            <a:ahLst/>
            <a:cxnLst/>
            <a:rect l="l" t="t" r="r" b="b"/>
            <a:pathLst>
              <a:path w="7998459" h="2597150">
                <a:moveTo>
                  <a:pt x="7927213" y="71120"/>
                </a:moveTo>
                <a:lnTo>
                  <a:pt x="70713" y="71120"/>
                </a:lnTo>
                <a:lnTo>
                  <a:pt x="70713" y="87630"/>
                </a:lnTo>
                <a:lnTo>
                  <a:pt x="70713" y="2508250"/>
                </a:lnTo>
                <a:lnTo>
                  <a:pt x="70713" y="2526030"/>
                </a:lnTo>
                <a:lnTo>
                  <a:pt x="7927213" y="2526030"/>
                </a:lnTo>
                <a:lnTo>
                  <a:pt x="7927213" y="2508250"/>
                </a:lnTo>
                <a:lnTo>
                  <a:pt x="7927213" y="88138"/>
                </a:lnTo>
                <a:lnTo>
                  <a:pt x="7909560" y="88138"/>
                </a:lnTo>
                <a:lnTo>
                  <a:pt x="7909560" y="2508250"/>
                </a:lnTo>
                <a:lnTo>
                  <a:pt x="88392" y="2508250"/>
                </a:lnTo>
                <a:lnTo>
                  <a:pt x="88392" y="87630"/>
                </a:lnTo>
                <a:lnTo>
                  <a:pt x="7927213" y="87630"/>
                </a:lnTo>
                <a:lnTo>
                  <a:pt x="7927213" y="71120"/>
                </a:lnTo>
                <a:close/>
              </a:path>
              <a:path w="7998459" h="2597150">
                <a:moveTo>
                  <a:pt x="7997952" y="0"/>
                </a:moveTo>
                <a:lnTo>
                  <a:pt x="0" y="0"/>
                </a:lnTo>
                <a:lnTo>
                  <a:pt x="0" y="53340"/>
                </a:lnTo>
                <a:lnTo>
                  <a:pt x="0" y="2543810"/>
                </a:lnTo>
                <a:lnTo>
                  <a:pt x="0" y="2597150"/>
                </a:lnTo>
                <a:lnTo>
                  <a:pt x="7997952" y="2597150"/>
                </a:lnTo>
                <a:lnTo>
                  <a:pt x="7997952" y="2543810"/>
                </a:lnTo>
                <a:lnTo>
                  <a:pt x="53035" y="2543810"/>
                </a:lnTo>
                <a:lnTo>
                  <a:pt x="53035" y="53340"/>
                </a:lnTo>
                <a:lnTo>
                  <a:pt x="7944866" y="53340"/>
                </a:lnTo>
                <a:lnTo>
                  <a:pt x="7944866" y="2543556"/>
                </a:lnTo>
                <a:lnTo>
                  <a:pt x="7997952" y="2543556"/>
                </a:lnTo>
                <a:lnTo>
                  <a:pt x="7997952" y="53340"/>
                </a:lnTo>
                <a:lnTo>
                  <a:pt x="7997952" y="52832"/>
                </a:lnTo>
                <a:lnTo>
                  <a:pt x="7997952" y="0"/>
                </a:lnTo>
                <a:close/>
              </a:path>
            </a:pathLst>
          </a:custGeom>
          <a:solidFill>
            <a:srgbClr val="000000"/>
          </a:solidFill>
        </p:spPr>
        <p:txBody>
          <a:bodyPr wrap="square" lIns="0" tIns="0" rIns="0" bIns="0" rtlCol="0"/>
          <a:lstStyle/>
          <a:p>
            <a:endParaRPr/>
          </a:p>
        </p:txBody>
      </p:sp>
      <p:pic>
        <p:nvPicPr>
          <p:cNvPr id="40962" name="Picture 2" descr="C:\Users\Admin\Desktop\Top-Edtech-Startups-India-StartupTalky--4-.jpg"/>
          <p:cNvPicPr>
            <a:picLocks noChangeAspect="1" noChangeArrowheads="1"/>
          </p:cNvPicPr>
          <p:nvPr/>
        </p:nvPicPr>
        <p:blipFill>
          <a:blip r:embed="rId2"/>
          <a:srcRect/>
          <a:stretch>
            <a:fillRect/>
          </a:stretch>
        </p:blipFill>
        <p:spPr bwMode="auto">
          <a:xfrm>
            <a:off x="714348" y="1643050"/>
            <a:ext cx="7715304" cy="3143272"/>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0" y="214290"/>
            <a:ext cx="7358114" cy="504625"/>
          </a:xfrm>
          <a:prstGeom prst="rect">
            <a:avLst/>
          </a:prstGeom>
        </p:spPr>
        <p:txBody>
          <a:bodyPr vert="horz" wrap="square" lIns="0" tIns="12065" rIns="0" bIns="0" rtlCol="0">
            <a:spAutoFit/>
          </a:bodyPr>
          <a:lstStyle/>
          <a:p>
            <a:pPr marL="12700">
              <a:lnSpc>
                <a:spcPct val="100000"/>
              </a:lnSpc>
              <a:spcBef>
                <a:spcPts val="95"/>
              </a:spcBef>
            </a:pPr>
            <a:r>
              <a:rPr sz="2800">
                <a:latin typeface="Times New Roman" panose="02020603050405020304" pitchFamily="18" charset="0"/>
                <a:cs typeface="Times New Roman" panose="02020603050405020304" pitchFamily="18" charset="0"/>
              </a:rPr>
              <a:t>UNIT</a:t>
            </a:r>
            <a:r>
              <a:rPr sz="2800" spc="-20">
                <a:latin typeface="Times New Roman" panose="02020603050405020304" pitchFamily="18" charset="0"/>
                <a:cs typeface="Times New Roman" panose="02020603050405020304" pitchFamily="18" charset="0"/>
              </a:rPr>
              <a:t> </a:t>
            </a:r>
            <a:r>
              <a:rPr lang="en-US" sz="2800" spc="-20" dirty="0">
                <a:latin typeface="Times New Roman" panose="02020603050405020304" pitchFamily="18" charset="0"/>
                <a:cs typeface="Times New Roman" panose="02020603050405020304" pitchFamily="18" charset="0"/>
              </a:rPr>
              <a:t>5</a:t>
            </a:r>
            <a:r>
              <a:rPr sz="3200" spc="-5">
                <a:latin typeface="Times New Roman" panose="02020603050405020304" pitchFamily="18" charset="0"/>
                <a:cs typeface="Times New Roman" panose="02020603050405020304" pitchFamily="18" charset="0"/>
              </a:rPr>
              <a:t>: </a:t>
            </a:r>
            <a:r>
              <a:rPr lang="en-US" sz="2800" spc="-5" dirty="0">
                <a:uFill>
                  <a:solidFill>
                    <a:srgbClr val="FF0000"/>
                  </a:solidFill>
                </a:uFill>
                <a:latin typeface="Times New Roman" panose="02020603050405020304" pitchFamily="18" charset="0"/>
                <a:cs typeface="Times New Roman" panose="02020603050405020304" pitchFamily="18" charset="0"/>
              </a:rPr>
              <a:t>COMPANIES</a:t>
            </a:r>
            <a:endParaRPr sz="2400" dirty="0">
              <a:latin typeface="Times New Roman" panose="02020603050405020304" pitchFamily="18" charset="0"/>
              <a:cs typeface="Times New Roman" panose="02020603050405020304" pitchFamily="18" charset="0"/>
            </a:endParaRPr>
          </a:p>
        </p:txBody>
      </p:sp>
      <p:sp>
        <p:nvSpPr>
          <p:cNvPr id="6" name="object 6"/>
          <p:cNvSpPr/>
          <p:nvPr/>
        </p:nvSpPr>
        <p:spPr>
          <a:xfrm>
            <a:off x="573024" y="1524000"/>
            <a:ext cx="7998459" cy="3405198"/>
          </a:xfrm>
          <a:custGeom>
            <a:avLst/>
            <a:gdLst/>
            <a:ahLst/>
            <a:cxnLst/>
            <a:rect l="l" t="t" r="r" b="b"/>
            <a:pathLst>
              <a:path w="7998459" h="2597150">
                <a:moveTo>
                  <a:pt x="7927213" y="71120"/>
                </a:moveTo>
                <a:lnTo>
                  <a:pt x="70713" y="71120"/>
                </a:lnTo>
                <a:lnTo>
                  <a:pt x="70713" y="87630"/>
                </a:lnTo>
                <a:lnTo>
                  <a:pt x="70713" y="2508250"/>
                </a:lnTo>
                <a:lnTo>
                  <a:pt x="70713" y="2526030"/>
                </a:lnTo>
                <a:lnTo>
                  <a:pt x="7927213" y="2526030"/>
                </a:lnTo>
                <a:lnTo>
                  <a:pt x="7927213" y="2508250"/>
                </a:lnTo>
                <a:lnTo>
                  <a:pt x="7927213" y="88138"/>
                </a:lnTo>
                <a:lnTo>
                  <a:pt x="7909560" y="88138"/>
                </a:lnTo>
                <a:lnTo>
                  <a:pt x="7909560" y="2508250"/>
                </a:lnTo>
                <a:lnTo>
                  <a:pt x="88392" y="2508250"/>
                </a:lnTo>
                <a:lnTo>
                  <a:pt x="88392" y="87630"/>
                </a:lnTo>
                <a:lnTo>
                  <a:pt x="7927213" y="87630"/>
                </a:lnTo>
                <a:lnTo>
                  <a:pt x="7927213" y="71120"/>
                </a:lnTo>
                <a:close/>
              </a:path>
              <a:path w="7998459" h="2597150">
                <a:moveTo>
                  <a:pt x="7997952" y="0"/>
                </a:moveTo>
                <a:lnTo>
                  <a:pt x="0" y="0"/>
                </a:lnTo>
                <a:lnTo>
                  <a:pt x="0" y="53340"/>
                </a:lnTo>
                <a:lnTo>
                  <a:pt x="0" y="2543810"/>
                </a:lnTo>
                <a:lnTo>
                  <a:pt x="0" y="2597150"/>
                </a:lnTo>
                <a:lnTo>
                  <a:pt x="7997952" y="2597150"/>
                </a:lnTo>
                <a:lnTo>
                  <a:pt x="7997952" y="2543810"/>
                </a:lnTo>
                <a:lnTo>
                  <a:pt x="53035" y="2543810"/>
                </a:lnTo>
                <a:lnTo>
                  <a:pt x="53035" y="53340"/>
                </a:lnTo>
                <a:lnTo>
                  <a:pt x="7944866" y="53340"/>
                </a:lnTo>
                <a:lnTo>
                  <a:pt x="7944866" y="2543556"/>
                </a:lnTo>
                <a:lnTo>
                  <a:pt x="7997952" y="2543556"/>
                </a:lnTo>
                <a:lnTo>
                  <a:pt x="7997952" y="53340"/>
                </a:lnTo>
                <a:lnTo>
                  <a:pt x="7997952" y="52832"/>
                </a:lnTo>
                <a:lnTo>
                  <a:pt x="7997952" y="0"/>
                </a:lnTo>
                <a:close/>
              </a:path>
            </a:pathLst>
          </a:custGeom>
          <a:solidFill>
            <a:srgbClr val="000000"/>
          </a:solidFill>
        </p:spPr>
        <p:txBody>
          <a:bodyPr wrap="square" lIns="0" tIns="0" rIns="0" bIns="0" rtlCol="0"/>
          <a:lstStyle/>
          <a:p>
            <a:endParaRPr/>
          </a:p>
        </p:txBody>
      </p:sp>
      <p:pic>
        <p:nvPicPr>
          <p:cNvPr id="41986" name="Picture 2" descr="C:\Users\Admin\Desktop\750x450_371933-companies-act.jpg"/>
          <p:cNvPicPr>
            <a:picLocks noChangeAspect="1" noChangeArrowheads="1"/>
          </p:cNvPicPr>
          <p:nvPr/>
        </p:nvPicPr>
        <p:blipFill>
          <a:blip r:embed="rId2"/>
          <a:srcRect/>
          <a:stretch>
            <a:fillRect/>
          </a:stretch>
        </p:blipFill>
        <p:spPr bwMode="auto">
          <a:xfrm>
            <a:off x="714348" y="1643050"/>
            <a:ext cx="7715304" cy="3143272"/>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47" y="129312"/>
            <a:ext cx="7358114" cy="873957"/>
          </a:xfrm>
          <a:prstGeom prst="rect">
            <a:avLst/>
          </a:prstGeom>
        </p:spPr>
        <p:txBody>
          <a:bodyPr vert="horz" wrap="square" lIns="0" tIns="12065" rIns="0" bIns="0" rtlCol="0">
            <a:spAutoFit/>
          </a:bodyPr>
          <a:lstStyle/>
          <a:p>
            <a:pPr marL="12700" algn="just">
              <a:lnSpc>
                <a:spcPct val="100000"/>
              </a:lnSpc>
              <a:spcBef>
                <a:spcPts val="95"/>
              </a:spcBef>
            </a:pPr>
            <a:r>
              <a:rPr sz="2800" dirty="0">
                <a:latin typeface="Times New Roman" panose="02020603050405020304" pitchFamily="18" charset="0"/>
                <a:cs typeface="Times New Roman" panose="02020603050405020304" pitchFamily="18" charset="0"/>
              </a:rPr>
              <a:t>UNIT</a:t>
            </a:r>
            <a:r>
              <a:rPr sz="2800" spc="-20" dirty="0">
                <a:latin typeface="Times New Roman" panose="02020603050405020304" pitchFamily="18" charset="0"/>
                <a:cs typeface="Times New Roman" panose="02020603050405020304" pitchFamily="18" charset="0"/>
              </a:rPr>
              <a:t> </a:t>
            </a:r>
            <a:r>
              <a:rPr lang="en-US" sz="2800" spc="-20" dirty="0">
                <a:latin typeface="Times New Roman" panose="02020603050405020304" pitchFamily="18" charset="0"/>
                <a:cs typeface="Times New Roman" panose="02020603050405020304" pitchFamily="18" charset="0"/>
              </a:rPr>
              <a:t>6</a:t>
            </a:r>
            <a:r>
              <a:rPr sz="3200" spc="-5" dirty="0">
                <a:latin typeface="Times New Roman" panose="02020603050405020304" pitchFamily="18" charset="0"/>
                <a:cs typeface="Times New Roman" panose="02020603050405020304" pitchFamily="18" charset="0"/>
              </a:rPr>
              <a:t>: </a:t>
            </a:r>
            <a:r>
              <a:rPr lang="en-US" sz="2400" u="heavy" spc="-5" dirty="0">
                <a:uFill>
                  <a:solidFill>
                    <a:srgbClr val="FF0000"/>
                  </a:solidFill>
                </a:uFill>
                <a:latin typeface="Times New Roman" panose="02020603050405020304" pitchFamily="18" charset="0"/>
                <a:cs typeface="Times New Roman" panose="02020603050405020304" pitchFamily="18" charset="0"/>
              </a:rPr>
              <a:t>LEGAL, ETHICAL AND PROFESSIONAL ISSUES IN INFORMATION SECURITY</a:t>
            </a:r>
            <a:endParaRPr sz="2400" dirty="0">
              <a:latin typeface="Times New Roman" panose="02020603050405020304" pitchFamily="18" charset="0"/>
              <a:cs typeface="Times New Roman" panose="02020603050405020304" pitchFamily="18" charset="0"/>
            </a:endParaRPr>
          </a:p>
        </p:txBody>
      </p:sp>
      <p:sp>
        <p:nvSpPr>
          <p:cNvPr id="6" name="object 6"/>
          <p:cNvSpPr/>
          <p:nvPr/>
        </p:nvSpPr>
        <p:spPr>
          <a:xfrm>
            <a:off x="573024" y="1524000"/>
            <a:ext cx="7998459" cy="3405198"/>
          </a:xfrm>
          <a:custGeom>
            <a:avLst/>
            <a:gdLst/>
            <a:ahLst/>
            <a:cxnLst/>
            <a:rect l="l" t="t" r="r" b="b"/>
            <a:pathLst>
              <a:path w="7998459" h="2597150">
                <a:moveTo>
                  <a:pt x="7927213" y="71120"/>
                </a:moveTo>
                <a:lnTo>
                  <a:pt x="70713" y="71120"/>
                </a:lnTo>
                <a:lnTo>
                  <a:pt x="70713" y="87630"/>
                </a:lnTo>
                <a:lnTo>
                  <a:pt x="70713" y="2508250"/>
                </a:lnTo>
                <a:lnTo>
                  <a:pt x="70713" y="2526030"/>
                </a:lnTo>
                <a:lnTo>
                  <a:pt x="7927213" y="2526030"/>
                </a:lnTo>
                <a:lnTo>
                  <a:pt x="7927213" y="2508250"/>
                </a:lnTo>
                <a:lnTo>
                  <a:pt x="7927213" y="88138"/>
                </a:lnTo>
                <a:lnTo>
                  <a:pt x="7909560" y="88138"/>
                </a:lnTo>
                <a:lnTo>
                  <a:pt x="7909560" y="2508250"/>
                </a:lnTo>
                <a:lnTo>
                  <a:pt x="88392" y="2508250"/>
                </a:lnTo>
                <a:lnTo>
                  <a:pt x="88392" y="87630"/>
                </a:lnTo>
                <a:lnTo>
                  <a:pt x="7927213" y="87630"/>
                </a:lnTo>
                <a:lnTo>
                  <a:pt x="7927213" y="71120"/>
                </a:lnTo>
                <a:close/>
              </a:path>
              <a:path w="7998459" h="2597150">
                <a:moveTo>
                  <a:pt x="7997952" y="0"/>
                </a:moveTo>
                <a:lnTo>
                  <a:pt x="0" y="0"/>
                </a:lnTo>
                <a:lnTo>
                  <a:pt x="0" y="53340"/>
                </a:lnTo>
                <a:lnTo>
                  <a:pt x="0" y="2543810"/>
                </a:lnTo>
                <a:lnTo>
                  <a:pt x="0" y="2597150"/>
                </a:lnTo>
                <a:lnTo>
                  <a:pt x="7997952" y="2597150"/>
                </a:lnTo>
                <a:lnTo>
                  <a:pt x="7997952" y="2543810"/>
                </a:lnTo>
                <a:lnTo>
                  <a:pt x="53035" y="2543810"/>
                </a:lnTo>
                <a:lnTo>
                  <a:pt x="53035" y="53340"/>
                </a:lnTo>
                <a:lnTo>
                  <a:pt x="7944866" y="53340"/>
                </a:lnTo>
                <a:lnTo>
                  <a:pt x="7944866" y="2543556"/>
                </a:lnTo>
                <a:lnTo>
                  <a:pt x="7997952" y="2543556"/>
                </a:lnTo>
                <a:lnTo>
                  <a:pt x="7997952" y="53340"/>
                </a:lnTo>
                <a:lnTo>
                  <a:pt x="7997952" y="52832"/>
                </a:lnTo>
                <a:lnTo>
                  <a:pt x="7997952" y="0"/>
                </a:lnTo>
                <a:close/>
              </a:path>
            </a:pathLst>
          </a:custGeom>
          <a:solidFill>
            <a:srgbClr val="000000"/>
          </a:solidFill>
        </p:spPr>
        <p:txBody>
          <a:bodyPr wrap="square" lIns="0" tIns="0" rIns="0" bIns="0" rtlCol="0"/>
          <a:lstStyle/>
          <a:p>
            <a:endParaRPr/>
          </a:p>
        </p:txBody>
      </p:sp>
      <p:pic>
        <p:nvPicPr>
          <p:cNvPr id="41988" name="Picture 4" descr="C:\Users\Admin\Desktop\fsurg-09-862322-g001.jpg"/>
          <p:cNvPicPr>
            <a:picLocks noChangeAspect="1" noChangeArrowheads="1"/>
          </p:cNvPicPr>
          <p:nvPr/>
        </p:nvPicPr>
        <p:blipFill>
          <a:blip r:embed="rId2"/>
          <a:srcRect/>
          <a:stretch>
            <a:fillRect/>
          </a:stretch>
        </p:blipFill>
        <p:spPr bwMode="auto">
          <a:xfrm>
            <a:off x="785786" y="1714824"/>
            <a:ext cx="7643866" cy="3036819"/>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3039667" y="1015843"/>
            <a:ext cx="1555552"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b="1" dirty="0">
                <a:solidFill>
                  <a:schemeClr val="tx1"/>
                </a:solidFill>
              </a:rPr>
              <a:t>Revenue Generation</a:t>
            </a:r>
          </a:p>
        </p:txBody>
      </p:sp>
      <p:sp>
        <p:nvSpPr>
          <p:cNvPr id="5" name="Rounded Rectangle 4"/>
          <p:cNvSpPr/>
          <p:nvPr/>
        </p:nvSpPr>
        <p:spPr>
          <a:xfrm>
            <a:off x="4687016" y="1015843"/>
            <a:ext cx="1555552"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en-US" b="1" dirty="0">
                <a:solidFill>
                  <a:schemeClr val="tx1"/>
                </a:solidFill>
              </a:rPr>
              <a:t>Social Media Presence</a:t>
            </a:r>
          </a:p>
        </p:txBody>
      </p:sp>
      <p:sp>
        <p:nvSpPr>
          <p:cNvPr id="6" name="Rounded Rectangle 5"/>
          <p:cNvSpPr/>
          <p:nvPr/>
        </p:nvSpPr>
        <p:spPr>
          <a:xfrm>
            <a:off x="6351867" y="1012986"/>
            <a:ext cx="1555552"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a:solidFill>
                  <a:schemeClr val="tx1"/>
                </a:solidFill>
                <a:sym typeface="+mn-ea"/>
              </a:rPr>
              <a:t>Project</a:t>
            </a:r>
          </a:p>
        </p:txBody>
      </p:sp>
      <p:sp>
        <p:nvSpPr>
          <p:cNvPr id="7" name="Rounded Rectangle 6"/>
          <p:cNvSpPr/>
          <p:nvPr/>
        </p:nvSpPr>
        <p:spPr>
          <a:xfrm>
            <a:off x="3039667" y="2190276"/>
            <a:ext cx="1555552"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a:solidFill>
                  <a:schemeClr val="tx1"/>
                </a:solidFill>
                <a:sym typeface="+mn-ea"/>
              </a:rPr>
              <a:t>Recognition of Prior Learning</a:t>
            </a:r>
          </a:p>
        </p:txBody>
      </p:sp>
      <p:sp>
        <p:nvSpPr>
          <p:cNvPr id="8" name="Rounded Rectangle 7"/>
          <p:cNvSpPr/>
          <p:nvPr/>
        </p:nvSpPr>
        <p:spPr>
          <a:xfrm>
            <a:off x="4687016" y="2190276"/>
            <a:ext cx="1555552"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a:solidFill>
                  <a:schemeClr val="tx1"/>
                </a:solidFill>
                <a:sym typeface="+mn-ea"/>
              </a:rPr>
              <a:t>NPTEL/MOOC</a:t>
            </a:r>
          </a:p>
        </p:txBody>
      </p:sp>
      <p:sp>
        <p:nvSpPr>
          <p:cNvPr id="9" name="Rounded Rectangle 8"/>
          <p:cNvSpPr/>
          <p:nvPr/>
        </p:nvSpPr>
        <p:spPr>
          <a:xfrm>
            <a:off x="6351867" y="2190276"/>
            <a:ext cx="1555552"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dirty="0">
                <a:solidFill>
                  <a:schemeClr val="tx1"/>
                </a:solidFill>
                <a:sym typeface="+mn-ea"/>
              </a:rPr>
              <a:t>Grade Upgradation (Core/Non-Core)</a:t>
            </a:r>
          </a:p>
        </p:txBody>
      </p:sp>
      <p:sp>
        <p:nvSpPr>
          <p:cNvPr id="10" name="Rounded Rectangle 9"/>
          <p:cNvSpPr/>
          <p:nvPr/>
        </p:nvSpPr>
        <p:spPr>
          <a:xfrm>
            <a:off x="3039667" y="3364708"/>
            <a:ext cx="1555552"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a:solidFill>
                  <a:schemeClr val="tx1"/>
                </a:solidFill>
                <a:sym typeface="+mn-ea"/>
              </a:rPr>
              <a:t>Internship Beyond the Curriculum</a:t>
            </a:r>
          </a:p>
        </p:txBody>
      </p:sp>
      <p:sp>
        <p:nvSpPr>
          <p:cNvPr id="11" name="Rounded Rectangle 10"/>
          <p:cNvSpPr/>
          <p:nvPr/>
        </p:nvSpPr>
        <p:spPr>
          <a:xfrm>
            <a:off x="4687016" y="3364708"/>
            <a:ext cx="1555552"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a:solidFill>
                  <a:schemeClr val="tx1"/>
                </a:solidFill>
                <a:sym typeface="+mn-ea"/>
              </a:rPr>
              <a:t>Community Service</a:t>
            </a:r>
          </a:p>
        </p:txBody>
      </p:sp>
      <p:sp>
        <p:nvSpPr>
          <p:cNvPr id="12" name="Rounded Rectangle 11"/>
          <p:cNvSpPr/>
          <p:nvPr/>
        </p:nvSpPr>
        <p:spPr>
          <a:xfrm>
            <a:off x="6351867" y="3367566"/>
            <a:ext cx="1555552"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a:solidFill>
                  <a:schemeClr val="tx1"/>
                </a:solidFill>
                <a:sym typeface="+mn-ea"/>
              </a:rPr>
              <a:t>Co-curricular/Extra curricular activities</a:t>
            </a:r>
          </a:p>
        </p:txBody>
      </p:sp>
      <p:sp>
        <p:nvSpPr>
          <p:cNvPr id="13" name="Rounded Rectangle 12"/>
          <p:cNvSpPr/>
          <p:nvPr/>
        </p:nvSpPr>
        <p:spPr>
          <a:xfrm>
            <a:off x="6351867" y="4544856"/>
            <a:ext cx="1555552"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a:solidFill>
                  <a:schemeClr val="tx1"/>
                </a:solidFill>
                <a:sym typeface="+mn-ea"/>
              </a:rPr>
              <a:t>Earn Extra Credit</a:t>
            </a:r>
          </a:p>
        </p:txBody>
      </p:sp>
      <p:sp>
        <p:nvSpPr>
          <p:cNvPr id="14" name="Rounded Rectangle 13"/>
          <p:cNvSpPr/>
          <p:nvPr/>
        </p:nvSpPr>
        <p:spPr>
          <a:xfrm>
            <a:off x="4687016" y="4539141"/>
            <a:ext cx="1555552"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a:solidFill>
                  <a:schemeClr val="tx1"/>
                </a:solidFill>
                <a:sym typeface="+mn-ea"/>
              </a:rPr>
              <a:t>Duty Leave</a:t>
            </a:r>
          </a:p>
        </p:txBody>
      </p:sp>
      <p:sp>
        <p:nvSpPr>
          <p:cNvPr id="15" name="Rounded Rectangle 14"/>
          <p:cNvSpPr/>
          <p:nvPr/>
        </p:nvSpPr>
        <p:spPr>
          <a:xfrm>
            <a:off x="3039667" y="4539141"/>
            <a:ext cx="1555552" cy="1007269"/>
          </a:xfrm>
          <a:prstGeom prst="roundRect">
            <a:avLst/>
          </a:prstGeom>
          <a:gradFill>
            <a:gsLst>
              <a:gs pos="31000">
                <a:schemeClr val="accent2"/>
              </a:gs>
              <a:gs pos="0">
                <a:schemeClr val="accent2">
                  <a:lumMod val="25000"/>
                  <a:lumOff val="75000"/>
                </a:schemeClr>
              </a:gs>
              <a:gs pos="81000">
                <a:schemeClr val="accent2">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en-US" b="1">
                <a:solidFill>
                  <a:schemeClr val="tx1"/>
                </a:solidFill>
                <a:sym typeface="+mn-ea"/>
              </a:rPr>
              <a:t>10% Attendance Benefit</a:t>
            </a:r>
          </a:p>
        </p:txBody>
      </p:sp>
      <p:sp>
        <p:nvSpPr>
          <p:cNvPr id="2" name="Rounded Rectangle 1"/>
          <p:cNvSpPr/>
          <p:nvPr/>
        </p:nvSpPr>
        <p:spPr>
          <a:xfrm>
            <a:off x="899592" y="1016320"/>
            <a:ext cx="1892901" cy="4479131"/>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b="1">
                <a:solidFill>
                  <a:schemeClr val="tx1"/>
                </a:solidFill>
              </a:rPr>
              <a:t>EDU-Revolution Categories</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77907" y="2204135"/>
            <a:ext cx="3398520" cy="1243930"/>
          </a:xfrm>
          <a:prstGeom prst="rect">
            <a:avLst/>
          </a:prstGeom>
        </p:spPr>
        <p:txBody>
          <a:bodyPr vert="horz" wrap="square" lIns="0" tIns="12700" rIns="0" bIns="0" rtlCol="0">
            <a:spAutoFit/>
          </a:bodyPr>
          <a:lstStyle/>
          <a:p>
            <a:pPr marL="12700" marR="5080">
              <a:lnSpc>
                <a:spcPct val="100000"/>
              </a:lnSpc>
              <a:spcBef>
                <a:spcPts val="100"/>
              </a:spcBef>
            </a:pPr>
            <a:r>
              <a:rPr sz="4000" b="1" spc="-10" dirty="0">
                <a:latin typeface="Calibri"/>
                <a:cs typeface="Calibri"/>
              </a:rPr>
              <a:t>EDUCATION REVOLUTION</a:t>
            </a:r>
            <a:r>
              <a:rPr sz="4000" b="1" spc="-285" dirty="0">
                <a:latin typeface="Calibri"/>
                <a:cs typeface="Calibri"/>
              </a:rPr>
              <a:t> </a:t>
            </a:r>
            <a:r>
              <a:rPr sz="4000" b="1" spc="-50" dirty="0">
                <a:latin typeface="Calibri"/>
                <a:cs typeface="Calibri"/>
              </a:rPr>
              <a:t>@</a:t>
            </a:r>
            <a:endParaRPr sz="4000">
              <a:latin typeface="Calibri"/>
              <a:cs typeface="Calibri"/>
            </a:endParaRPr>
          </a:p>
        </p:txBody>
      </p:sp>
      <p:sp>
        <p:nvSpPr>
          <p:cNvPr id="3" name="object 3"/>
          <p:cNvSpPr txBox="1"/>
          <p:nvPr/>
        </p:nvSpPr>
        <p:spPr>
          <a:xfrm>
            <a:off x="4847206" y="4084335"/>
            <a:ext cx="2917984" cy="1367682"/>
          </a:xfrm>
          <a:prstGeom prst="rect">
            <a:avLst/>
          </a:prstGeom>
        </p:spPr>
        <p:txBody>
          <a:bodyPr vert="horz" wrap="square" lIns="0" tIns="13335" rIns="0" bIns="0" rtlCol="0">
            <a:spAutoFit/>
          </a:bodyPr>
          <a:lstStyle/>
          <a:p>
            <a:pPr marL="12700">
              <a:lnSpc>
                <a:spcPct val="100000"/>
              </a:lnSpc>
              <a:spcBef>
                <a:spcPts val="105"/>
              </a:spcBef>
            </a:pPr>
            <a:r>
              <a:rPr sz="4400" b="1" spc="-10" dirty="0">
                <a:solidFill>
                  <a:srgbClr val="FF0000"/>
                </a:solidFill>
                <a:latin typeface="Calibri"/>
                <a:cs typeface="Calibri"/>
              </a:rPr>
              <a:t>“…</a:t>
            </a:r>
            <a:r>
              <a:rPr sz="3200" spc="-10" dirty="0">
                <a:solidFill>
                  <a:srgbClr val="FF0000"/>
                </a:solidFill>
                <a:latin typeface="Calibri"/>
                <a:cs typeface="Calibri"/>
              </a:rPr>
              <a:t>Gamified</a:t>
            </a:r>
            <a:r>
              <a:rPr sz="3200" spc="-160" dirty="0">
                <a:solidFill>
                  <a:srgbClr val="FF0000"/>
                </a:solidFill>
                <a:latin typeface="Calibri"/>
                <a:cs typeface="Calibri"/>
              </a:rPr>
              <a:t> </a:t>
            </a:r>
            <a:r>
              <a:rPr sz="3200" spc="-10" dirty="0">
                <a:solidFill>
                  <a:srgbClr val="FF0000"/>
                </a:solidFill>
                <a:latin typeface="Calibri"/>
                <a:cs typeface="Calibri"/>
              </a:rPr>
              <a:t>Learning</a:t>
            </a:r>
            <a:r>
              <a:rPr sz="4400" spc="-10" dirty="0">
                <a:solidFill>
                  <a:srgbClr val="FF0000"/>
                </a:solidFill>
                <a:latin typeface="Calibri"/>
                <a:cs typeface="Calibri"/>
              </a:rPr>
              <a:t>”</a:t>
            </a:r>
            <a:endParaRPr sz="4400">
              <a:latin typeface="Calibri"/>
              <a:cs typeface="Calibri"/>
            </a:endParaRPr>
          </a:p>
        </p:txBody>
      </p:sp>
      <p:pic>
        <p:nvPicPr>
          <p:cNvPr id="4" name="object 4"/>
          <p:cNvPicPr/>
          <p:nvPr/>
        </p:nvPicPr>
        <p:blipFill>
          <a:blip r:embed="rId3" cstate="print"/>
          <a:stretch>
            <a:fillRect/>
          </a:stretch>
        </p:blipFill>
        <p:spPr>
          <a:xfrm>
            <a:off x="0" y="0"/>
            <a:ext cx="3176397" cy="6858000"/>
          </a:xfrm>
          <a:prstGeom prst="rect">
            <a:avLst/>
          </a:prstGeom>
        </p:spPr>
      </p:pic>
      <p:pic>
        <p:nvPicPr>
          <p:cNvPr id="5" name="object 5"/>
          <p:cNvPicPr/>
          <p:nvPr/>
        </p:nvPicPr>
        <p:blipFill>
          <a:blip r:embed="rId4" cstate="print"/>
          <a:stretch>
            <a:fillRect/>
          </a:stretch>
        </p:blipFill>
        <p:spPr>
          <a:xfrm>
            <a:off x="6814566" y="2607564"/>
            <a:ext cx="1543050" cy="635508"/>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738936" y="2156282"/>
            <a:ext cx="7666126" cy="505908"/>
          </a:xfrm>
          <a:prstGeom prst="rect">
            <a:avLst/>
          </a:prstGeom>
        </p:spPr>
        <p:txBody>
          <a:bodyPr vert="horz" wrap="square" lIns="0" tIns="13335" rIns="0" bIns="0" rtlCol="0">
            <a:spAutoFit/>
          </a:bodyPr>
          <a:lstStyle/>
          <a:p>
            <a:pPr marL="12700">
              <a:lnSpc>
                <a:spcPct val="100000"/>
              </a:lnSpc>
              <a:spcBef>
                <a:spcPts val="105"/>
              </a:spcBef>
            </a:pPr>
            <a:r>
              <a:rPr sz="3200" b="1" dirty="0">
                <a:latin typeface="Calibri"/>
                <a:cs typeface="Calibri"/>
              </a:rPr>
              <a:t>THEME</a:t>
            </a:r>
            <a:r>
              <a:rPr sz="3200" b="1" spc="-75" dirty="0">
                <a:latin typeface="Calibri"/>
                <a:cs typeface="Calibri"/>
              </a:rPr>
              <a:t> </a:t>
            </a:r>
            <a:r>
              <a:rPr sz="3200" b="1" dirty="0">
                <a:latin typeface="Calibri"/>
                <a:cs typeface="Calibri"/>
              </a:rPr>
              <a:t>OF</a:t>
            </a:r>
            <a:r>
              <a:rPr sz="3200" b="1" spc="-65" dirty="0">
                <a:latin typeface="Calibri"/>
                <a:cs typeface="Calibri"/>
              </a:rPr>
              <a:t> </a:t>
            </a:r>
            <a:r>
              <a:rPr sz="3200" b="1" spc="-25" dirty="0">
                <a:latin typeface="Calibri"/>
                <a:cs typeface="Calibri"/>
              </a:rPr>
              <a:t>EDUCATION</a:t>
            </a:r>
            <a:r>
              <a:rPr sz="3200" b="1" spc="-65" dirty="0">
                <a:latin typeface="Calibri"/>
                <a:cs typeface="Calibri"/>
              </a:rPr>
              <a:t> </a:t>
            </a:r>
            <a:r>
              <a:rPr sz="3200" b="1" spc="-10" dirty="0">
                <a:latin typeface="Calibri"/>
                <a:cs typeface="Calibri"/>
              </a:rPr>
              <a:t>REVOLUTION</a:t>
            </a:r>
            <a:endParaRPr sz="3200">
              <a:latin typeface="Calibri"/>
              <a:cs typeface="Calibri"/>
            </a:endParaRPr>
          </a:p>
        </p:txBody>
      </p:sp>
      <p:sp>
        <p:nvSpPr>
          <p:cNvPr id="3" name="object 3"/>
          <p:cNvSpPr txBox="1"/>
          <p:nvPr/>
        </p:nvSpPr>
        <p:spPr>
          <a:xfrm>
            <a:off x="4182637" y="3339363"/>
            <a:ext cx="3913823" cy="1490152"/>
          </a:xfrm>
          <a:prstGeom prst="rect">
            <a:avLst/>
          </a:prstGeom>
        </p:spPr>
        <p:txBody>
          <a:bodyPr vert="horz" wrap="square" lIns="0" tIns="12700" rIns="0" bIns="0" rtlCol="0">
            <a:spAutoFit/>
          </a:bodyPr>
          <a:lstStyle/>
          <a:p>
            <a:pPr marL="12700">
              <a:lnSpc>
                <a:spcPct val="100000"/>
              </a:lnSpc>
              <a:spcBef>
                <a:spcPts val="100"/>
              </a:spcBef>
            </a:pPr>
            <a:r>
              <a:rPr sz="4800" dirty="0">
                <a:solidFill>
                  <a:srgbClr val="FF0000"/>
                </a:solidFill>
                <a:latin typeface="Calibri"/>
                <a:cs typeface="Calibri"/>
              </a:rPr>
              <a:t>GAMIFIED</a:t>
            </a:r>
            <a:r>
              <a:rPr sz="4800" spc="-150" dirty="0">
                <a:solidFill>
                  <a:srgbClr val="FF0000"/>
                </a:solidFill>
                <a:latin typeface="Calibri"/>
                <a:cs typeface="Calibri"/>
              </a:rPr>
              <a:t> </a:t>
            </a:r>
            <a:r>
              <a:rPr sz="4800" spc="-10" dirty="0">
                <a:solidFill>
                  <a:srgbClr val="FF0000"/>
                </a:solidFill>
                <a:latin typeface="Calibri"/>
                <a:cs typeface="Calibri"/>
              </a:rPr>
              <a:t>LEARNING</a:t>
            </a:r>
            <a:endParaRPr sz="4800">
              <a:latin typeface="Calibri"/>
              <a:cs typeface="Calibri"/>
            </a:endParaRPr>
          </a:p>
        </p:txBody>
      </p:sp>
      <p:pic>
        <p:nvPicPr>
          <p:cNvPr id="4" name="object 4"/>
          <p:cNvPicPr/>
          <p:nvPr/>
        </p:nvPicPr>
        <p:blipFill>
          <a:blip r:embed="rId3" cstate="print"/>
          <a:stretch>
            <a:fillRect/>
          </a:stretch>
        </p:blipFill>
        <p:spPr>
          <a:xfrm>
            <a:off x="0" y="0"/>
            <a:ext cx="3176397"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9513" y="639584"/>
            <a:ext cx="7769544" cy="627736"/>
          </a:xfrm>
          <a:prstGeom prst="rect">
            <a:avLst/>
          </a:prstGeom>
        </p:spPr>
        <p:txBody>
          <a:bodyPr vert="horz" wrap="square" lIns="0" tIns="12065" rIns="0" bIns="0" rtlCol="0">
            <a:spAutoFit/>
          </a:bodyPr>
          <a:lstStyle/>
          <a:p>
            <a:pPr marL="12700">
              <a:lnSpc>
                <a:spcPct val="100000"/>
              </a:lnSpc>
              <a:spcBef>
                <a:spcPts val="95"/>
              </a:spcBef>
            </a:pPr>
            <a:r>
              <a:rPr sz="4000" dirty="0"/>
              <a:t>The</a:t>
            </a:r>
            <a:r>
              <a:rPr sz="4000" spc="-60" dirty="0"/>
              <a:t> </a:t>
            </a:r>
            <a:r>
              <a:rPr sz="4000" dirty="0"/>
              <a:t>Beginning:</a:t>
            </a:r>
            <a:r>
              <a:rPr lang="en-IN" sz="4000" dirty="0"/>
              <a:t> </a:t>
            </a:r>
            <a:r>
              <a:rPr sz="4000" b="1" dirty="0">
                <a:solidFill>
                  <a:srgbClr val="333333"/>
                </a:solidFill>
                <a:latin typeface="Trebuchet MS"/>
                <a:cs typeface="Trebuchet MS"/>
              </a:rPr>
              <a:t>BE</a:t>
            </a:r>
            <a:r>
              <a:rPr sz="4000" b="1" spc="-130" dirty="0">
                <a:solidFill>
                  <a:srgbClr val="333333"/>
                </a:solidFill>
                <a:latin typeface="Trebuchet MS"/>
                <a:cs typeface="Trebuchet MS"/>
              </a:rPr>
              <a:t> </a:t>
            </a:r>
            <a:r>
              <a:rPr sz="4000" b="1" dirty="0">
                <a:solidFill>
                  <a:srgbClr val="333333"/>
                </a:solidFill>
                <a:latin typeface="Trebuchet MS"/>
                <a:cs typeface="Trebuchet MS"/>
              </a:rPr>
              <a:t>THE</a:t>
            </a:r>
            <a:r>
              <a:rPr sz="4000" b="1" spc="-60" dirty="0">
                <a:solidFill>
                  <a:srgbClr val="333333"/>
                </a:solidFill>
                <a:latin typeface="Trebuchet MS"/>
                <a:cs typeface="Trebuchet MS"/>
              </a:rPr>
              <a:t> </a:t>
            </a:r>
            <a:r>
              <a:rPr sz="4000" b="1" spc="-10" dirty="0">
                <a:solidFill>
                  <a:srgbClr val="333333"/>
                </a:solidFill>
                <a:latin typeface="Trebuchet MS"/>
                <a:cs typeface="Trebuchet MS"/>
              </a:rPr>
              <a:t>CHANGE</a:t>
            </a:r>
            <a:endParaRPr sz="4000" dirty="0">
              <a:latin typeface="Trebuchet MS"/>
              <a:cs typeface="Trebuchet MS"/>
            </a:endParaRPr>
          </a:p>
        </p:txBody>
      </p:sp>
      <p:pic>
        <p:nvPicPr>
          <p:cNvPr id="3" name="object 3"/>
          <p:cNvPicPr/>
          <p:nvPr/>
        </p:nvPicPr>
        <p:blipFill>
          <a:blip r:embed="rId2" cstate="print"/>
          <a:stretch>
            <a:fillRect/>
          </a:stretch>
        </p:blipFill>
        <p:spPr>
          <a:xfrm>
            <a:off x="35210" y="104841"/>
            <a:ext cx="7057070" cy="563879"/>
          </a:xfrm>
          <a:prstGeom prst="rect">
            <a:avLst/>
          </a:prstGeom>
        </p:spPr>
      </p:pic>
      <p:sp>
        <p:nvSpPr>
          <p:cNvPr id="4" name="object 4"/>
          <p:cNvSpPr txBox="1"/>
          <p:nvPr/>
        </p:nvSpPr>
        <p:spPr>
          <a:xfrm>
            <a:off x="734844" y="1233068"/>
            <a:ext cx="7769543" cy="5511800"/>
          </a:xfrm>
          <a:prstGeom prst="rect">
            <a:avLst/>
          </a:prstGeom>
        </p:spPr>
        <p:txBody>
          <a:bodyPr vert="horz" wrap="square" lIns="0" tIns="12700" rIns="0" bIns="0" rtlCol="0">
            <a:spAutoFit/>
          </a:bodyPr>
          <a:lstStyle/>
          <a:p>
            <a:pPr marL="12700" marR="5080">
              <a:lnSpc>
                <a:spcPct val="150000"/>
              </a:lnSpc>
              <a:spcBef>
                <a:spcPts val="100"/>
              </a:spcBef>
            </a:pPr>
            <a:r>
              <a:rPr sz="2000" b="1" u="sng" dirty="0">
                <a:uFill>
                  <a:solidFill>
                    <a:srgbClr val="000000"/>
                  </a:solidFill>
                </a:uFill>
                <a:latin typeface="Arial"/>
                <a:cs typeface="Arial"/>
              </a:rPr>
              <a:t>Personalized,</a:t>
            </a:r>
            <a:r>
              <a:rPr sz="2000" b="1" u="sng" spc="50" dirty="0">
                <a:uFill>
                  <a:solidFill>
                    <a:srgbClr val="000000"/>
                  </a:solidFill>
                </a:uFill>
                <a:latin typeface="Arial"/>
                <a:cs typeface="Arial"/>
              </a:rPr>
              <a:t> </a:t>
            </a:r>
            <a:r>
              <a:rPr sz="2000" b="1" u="sng" dirty="0">
                <a:uFill>
                  <a:solidFill>
                    <a:srgbClr val="000000"/>
                  </a:solidFill>
                </a:uFill>
                <a:latin typeface="Arial"/>
                <a:cs typeface="Arial"/>
              </a:rPr>
              <a:t>Student-Centric</a:t>
            </a:r>
            <a:r>
              <a:rPr sz="2000" b="1" u="sng" spc="60" dirty="0">
                <a:uFill>
                  <a:solidFill>
                    <a:srgbClr val="000000"/>
                  </a:solidFill>
                </a:uFill>
                <a:latin typeface="Arial"/>
                <a:cs typeface="Arial"/>
              </a:rPr>
              <a:t> </a:t>
            </a:r>
            <a:r>
              <a:rPr sz="2000" b="1" u="sng" dirty="0">
                <a:uFill>
                  <a:solidFill>
                    <a:srgbClr val="000000"/>
                  </a:solidFill>
                </a:uFill>
                <a:latin typeface="Arial"/>
                <a:cs typeface="Arial"/>
              </a:rPr>
              <a:t>Learning:</a:t>
            </a:r>
            <a:r>
              <a:rPr sz="2000" b="1" u="sng" spc="65" dirty="0">
                <a:uFill>
                  <a:solidFill>
                    <a:srgbClr val="000000"/>
                  </a:solidFill>
                </a:uFill>
                <a:latin typeface="Arial"/>
                <a:cs typeface="Arial"/>
              </a:rPr>
              <a:t> </a:t>
            </a:r>
            <a:r>
              <a:rPr sz="2000" dirty="0">
                <a:latin typeface="Arial MT"/>
                <a:cs typeface="Arial MT"/>
              </a:rPr>
              <a:t>Tailored</a:t>
            </a:r>
            <a:r>
              <a:rPr sz="2000" spc="55" dirty="0">
                <a:latin typeface="Arial MT"/>
                <a:cs typeface="Arial MT"/>
              </a:rPr>
              <a:t> </a:t>
            </a:r>
            <a:r>
              <a:rPr sz="2000" dirty="0">
                <a:latin typeface="Arial MT"/>
                <a:cs typeface="Arial MT"/>
              </a:rPr>
              <a:t>academic</a:t>
            </a:r>
            <a:r>
              <a:rPr sz="2000" spc="65" dirty="0">
                <a:latin typeface="Arial MT"/>
                <a:cs typeface="Arial MT"/>
              </a:rPr>
              <a:t> </a:t>
            </a:r>
            <a:r>
              <a:rPr sz="2000" dirty="0">
                <a:latin typeface="Arial MT"/>
                <a:cs typeface="Arial MT"/>
              </a:rPr>
              <a:t>pathways</a:t>
            </a:r>
            <a:r>
              <a:rPr sz="2000" spc="65" dirty="0">
                <a:latin typeface="Arial MT"/>
                <a:cs typeface="Arial MT"/>
              </a:rPr>
              <a:t> </a:t>
            </a:r>
            <a:r>
              <a:rPr sz="2000" dirty="0">
                <a:latin typeface="Arial MT"/>
                <a:cs typeface="Arial MT"/>
              </a:rPr>
              <a:t>to</a:t>
            </a:r>
            <a:r>
              <a:rPr sz="2000" spc="60" dirty="0">
                <a:latin typeface="Arial MT"/>
                <a:cs typeface="Arial MT"/>
              </a:rPr>
              <a:t> </a:t>
            </a:r>
            <a:r>
              <a:rPr sz="2000" dirty="0">
                <a:latin typeface="Arial MT"/>
                <a:cs typeface="Arial MT"/>
              </a:rPr>
              <a:t>meet</a:t>
            </a:r>
            <a:r>
              <a:rPr sz="2000" spc="60" dirty="0">
                <a:latin typeface="Arial MT"/>
                <a:cs typeface="Arial MT"/>
              </a:rPr>
              <a:t> </a:t>
            </a:r>
            <a:r>
              <a:rPr sz="2000" spc="-10" dirty="0">
                <a:latin typeface="Arial MT"/>
                <a:cs typeface="Arial MT"/>
              </a:rPr>
              <a:t>individual </a:t>
            </a:r>
            <a:r>
              <a:rPr sz="2000" dirty="0">
                <a:latin typeface="Arial MT"/>
                <a:cs typeface="Arial MT"/>
              </a:rPr>
              <a:t>learning</a:t>
            </a:r>
            <a:r>
              <a:rPr sz="2000" spc="-85" dirty="0">
                <a:latin typeface="Arial MT"/>
                <a:cs typeface="Arial MT"/>
              </a:rPr>
              <a:t> </a:t>
            </a:r>
            <a:r>
              <a:rPr sz="2000" spc="-10" dirty="0">
                <a:latin typeface="Arial MT"/>
                <a:cs typeface="Arial MT"/>
              </a:rPr>
              <a:t>needs.</a:t>
            </a:r>
            <a:endParaRPr sz="2000" dirty="0">
              <a:latin typeface="Arial MT"/>
              <a:cs typeface="Arial MT"/>
            </a:endParaRPr>
          </a:p>
          <a:p>
            <a:pPr marL="12700" marR="5080">
              <a:lnSpc>
                <a:spcPct val="150000"/>
              </a:lnSpc>
            </a:pPr>
            <a:r>
              <a:rPr sz="2000" b="1" u="sng" dirty="0">
                <a:uFill>
                  <a:solidFill>
                    <a:srgbClr val="000000"/>
                  </a:solidFill>
                </a:uFill>
                <a:latin typeface="Arial"/>
                <a:cs typeface="Arial"/>
              </a:rPr>
              <a:t>Beyond</a:t>
            </a:r>
            <a:r>
              <a:rPr sz="2000" b="1" u="sng" spc="65" dirty="0">
                <a:uFill>
                  <a:solidFill>
                    <a:srgbClr val="000000"/>
                  </a:solidFill>
                </a:uFill>
                <a:latin typeface="Arial"/>
                <a:cs typeface="Arial"/>
              </a:rPr>
              <a:t> </a:t>
            </a:r>
            <a:r>
              <a:rPr sz="2000" b="1" u="sng" dirty="0">
                <a:uFill>
                  <a:solidFill>
                    <a:srgbClr val="000000"/>
                  </a:solidFill>
                </a:uFill>
                <a:latin typeface="Arial"/>
                <a:cs typeface="Arial"/>
              </a:rPr>
              <a:t>the</a:t>
            </a:r>
            <a:r>
              <a:rPr sz="2000" b="1" u="sng" spc="70" dirty="0">
                <a:uFill>
                  <a:solidFill>
                    <a:srgbClr val="000000"/>
                  </a:solidFill>
                </a:uFill>
                <a:latin typeface="Arial"/>
                <a:cs typeface="Arial"/>
              </a:rPr>
              <a:t> </a:t>
            </a:r>
            <a:r>
              <a:rPr sz="2000" b="1" u="sng" dirty="0">
                <a:uFill>
                  <a:solidFill>
                    <a:srgbClr val="000000"/>
                  </a:solidFill>
                </a:uFill>
                <a:latin typeface="Arial"/>
                <a:cs typeface="Arial"/>
              </a:rPr>
              <a:t>Classroom:</a:t>
            </a:r>
            <a:r>
              <a:rPr sz="2000" b="1" u="sng" spc="85" dirty="0">
                <a:uFill>
                  <a:solidFill>
                    <a:srgbClr val="000000"/>
                  </a:solidFill>
                </a:uFill>
                <a:latin typeface="Arial"/>
                <a:cs typeface="Arial"/>
              </a:rPr>
              <a:t> </a:t>
            </a:r>
            <a:r>
              <a:rPr sz="2000" dirty="0">
                <a:latin typeface="Arial MT"/>
                <a:cs typeface="Arial MT"/>
              </a:rPr>
              <a:t>Enabling</a:t>
            </a:r>
            <a:r>
              <a:rPr sz="2000" spc="75" dirty="0">
                <a:latin typeface="Arial MT"/>
                <a:cs typeface="Arial MT"/>
              </a:rPr>
              <a:t> </a:t>
            </a:r>
            <a:r>
              <a:rPr sz="2000" dirty="0">
                <a:latin typeface="Arial MT"/>
                <a:cs typeface="Arial MT"/>
              </a:rPr>
              <a:t>students</a:t>
            </a:r>
            <a:r>
              <a:rPr sz="2000" spc="85" dirty="0">
                <a:latin typeface="Arial MT"/>
                <a:cs typeface="Arial MT"/>
              </a:rPr>
              <a:t> </a:t>
            </a:r>
            <a:r>
              <a:rPr sz="2000" dirty="0">
                <a:latin typeface="Arial MT"/>
                <a:cs typeface="Arial MT"/>
              </a:rPr>
              <a:t>to</a:t>
            </a:r>
            <a:r>
              <a:rPr sz="2000" spc="80" dirty="0">
                <a:latin typeface="Arial MT"/>
                <a:cs typeface="Arial MT"/>
              </a:rPr>
              <a:t> </a:t>
            </a:r>
            <a:r>
              <a:rPr sz="2000" dirty="0">
                <a:latin typeface="Arial MT"/>
                <a:cs typeface="Arial MT"/>
              </a:rPr>
              <a:t>explore,</a:t>
            </a:r>
            <a:r>
              <a:rPr sz="2000" spc="85" dirty="0">
                <a:latin typeface="Arial MT"/>
                <a:cs typeface="Arial MT"/>
              </a:rPr>
              <a:t> </a:t>
            </a:r>
            <a:r>
              <a:rPr sz="2000" dirty="0">
                <a:latin typeface="Arial MT"/>
                <a:cs typeface="Arial MT"/>
              </a:rPr>
              <a:t>engage,</a:t>
            </a:r>
            <a:r>
              <a:rPr sz="2000" spc="85" dirty="0">
                <a:latin typeface="Arial MT"/>
                <a:cs typeface="Arial MT"/>
              </a:rPr>
              <a:t> </a:t>
            </a:r>
            <a:r>
              <a:rPr sz="2000" dirty="0">
                <a:latin typeface="Arial MT"/>
                <a:cs typeface="Arial MT"/>
              </a:rPr>
              <a:t>and</a:t>
            </a:r>
            <a:r>
              <a:rPr sz="2000" spc="75" dirty="0">
                <a:latin typeface="Arial MT"/>
                <a:cs typeface="Arial MT"/>
              </a:rPr>
              <a:t> </a:t>
            </a:r>
            <a:r>
              <a:rPr sz="2000" dirty="0">
                <a:latin typeface="Arial MT"/>
                <a:cs typeface="Arial MT"/>
              </a:rPr>
              <a:t>excel</a:t>
            </a:r>
            <a:r>
              <a:rPr sz="2000" spc="85" dirty="0">
                <a:latin typeface="Arial MT"/>
                <a:cs typeface="Arial MT"/>
              </a:rPr>
              <a:t> </a:t>
            </a:r>
            <a:r>
              <a:rPr sz="2000" dirty="0">
                <a:latin typeface="Arial MT"/>
                <a:cs typeface="Arial MT"/>
              </a:rPr>
              <a:t>through</a:t>
            </a:r>
            <a:r>
              <a:rPr sz="2000" spc="80" dirty="0">
                <a:latin typeface="Arial MT"/>
                <a:cs typeface="Arial MT"/>
              </a:rPr>
              <a:t> </a:t>
            </a:r>
            <a:r>
              <a:rPr sz="2000" spc="-10" dirty="0">
                <a:latin typeface="Arial MT"/>
                <a:cs typeface="Arial MT"/>
              </a:rPr>
              <a:t>flexible </a:t>
            </a:r>
            <a:r>
              <a:rPr sz="2000" dirty="0">
                <a:latin typeface="Arial MT"/>
                <a:cs typeface="Arial MT"/>
              </a:rPr>
              <a:t>learning</a:t>
            </a:r>
            <a:r>
              <a:rPr sz="2000" spc="-85" dirty="0">
                <a:latin typeface="Arial MT"/>
                <a:cs typeface="Arial MT"/>
              </a:rPr>
              <a:t> </a:t>
            </a:r>
            <a:r>
              <a:rPr sz="2000" spc="-10" dirty="0">
                <a:latin typeface="Arial MT"/>
                <a:cs typeface="Arial MT"/>
              </a:rPr>
              <a:t>platforms.</a:t>
            </a:r>
            <a:endParaRPr sz="2000" dirty="0">
              <a:latin typeface="Arial MT"/>
              <a:cs typeface="Arial MT"/>
            </a:endParaRPr>
          </a:p>
          <a:p>
            <a:pPr marL="12700" marR="5080">
              <a:lnSpc>
                <a:spcPct val="150000"/>
              </a:lnSpc>
            </a:pPr>
            <a:r>
              <a:rPr sz="2000" b="1" u="sng" spc="65" dirty="0">
                <a:uFill>
                  <a:solidFill>
                    <a:srgbClr val="000000"/>
                  </a:solidFill>
                </a:uFill>
                <a:latin typeface="Arial"/>
                <a:cs typeface="Arial"/>
              </a:rPr>
              <a:t>Academic</a:t>
            </a:r>
            <a:r>
              <a:rPr sz="2000" b="1" u="sng" spc="125" dirty="0">
                <a:uFill>
                  <a:solidFill>
                    <a:srgbClr val="000000"/>
                  </a:solidFill>
                </a:uFill>
                <a:latin typeface="Arial"/>
                <a:cs typeface="Arial"/>
              </a:rPr>
              <a:t> </a:t>
            </a:r>
            <a:r>
              <a:rPr sz="2000" b="1" u="sng" spc="70" dirty="0">
                <a:uFill>
                  <a:solidFill>
                    <a:srgbClr val="000000"/>
                  </a:solidFill>
                </a:uFill>
                <a:latin typeface="Arial"/>
                <a:cs typeface="Arial"/>
              </a:rPr>
              <a:t>Agility:</a:t>
            </a:r>
            <a:r>
              <a:rPr sz="2000" b="1" u="sng" spc="210" dirty="0">
                <a:uFill>
                  <a:solidFill>
                    <a:srgbClr val="000000"/>
                  </a:solidFill>
                </a:uFill>
                <a:latin typeface="Arial"/>
                <a:cs typeface="Arial"/>
              </a:rPr>
              <a:t> </a:t>
            </a:r>
            <a:r>
              <a:rPr sz="2000" spc="65" dirty="0">
                <a:latin typeface="Arial MT"/>
                <a:cs typeface="Arial MT"/>
              </a:rPr>
              <a:t>Freedom</a:t>
            </a:r>
            <a:r>
              <a:rPr sz="2000" spc="200" dirty="0">
                <a:latin typeface="Arial MT"/>
                <a:cs typeface="Arial MT"/>
              </a:rPr>
              <a:t> </a:t>
            </a:r>
            <a:r>
              <a:rPr sz="2000" dirty="0">
                <a:latin typeface="Arial MT"/>
                <a:cs typeface="Arial MT"/>
              </a:rPr>
              <a:t>to</a:t>
            </a:r>
            <a:r>
              <a:rPr sz="2000" spc="204" dirty="0">
                <a:latin typeface="Arial MT"/>
                <a:cs typeface="Arial MT"/>
              </a:rPr>
              <a:t> </a:t>
            </a:r>
            <a:r>
              <a:rPr sz="2000" spc="65" dirty="0">
                <a:latin typeface="Arial MT"/>
                <a:cs typeface="Arial MT"/>
              </a:rPr>
              <a:t>choose</a:t>
            </a:r>
            <a:r>
              <a:rPr sz="2000" spc="204" dirty="0">
                <a:latin typeface="Arial MT"/>
                <a:cs typeface="Arial MT"/>
              </a:rPr>
              <a:t> </a:t>
            </a:r>
            <a:r>
              <a:rPr sz="2000" spc="50" dirty="0">
                <a:latin typeface="Arial MT"/>
                <a:cs typeface="Arial MT"/>
              </a:rPr>
              <a:t>and</a:t>
            </a:r>
            <a:r>
              <a:rPr sz="2000" spc="204" dirty="0">
                <a:latin typeface="Arial MT"/>
                <a:cs typeface="Arial MT"/>
              </a:rPr>
              <a:t> </a:t>
            </a:r>
            <a:r>
              <a:rPr sz="2000" spc="70" dirty="0">
                <a:latin typeface="Arial MT"/>
                <a:cs typeface="Arial MT"/>
              </a:rPr>
              <a:t>customize</a:t>
            </a:r>
            <a:r>
              <a:rPr sz="2000" spc="204" dirty="0">
                <a:latin typeface="Arial MT"/>
                <a:cs typeface="Arial MT"/>
              </a:rPr>
              <a:t> </a:t>
            </a:r>
            <a:r>
              <a:rPr sz="2000" spc="55" dirty="0">
                <a:latin typeface="Arial MT"/>
                <a:cs typeface="Arial MT"/>
              </a:rPr>
              <a:t>key</a:t>
            </a:r>
            <a:r>
              <a:rPr sz="2000" spc="210" dirty="0">
                <a:latin typeface="Arial MT"/>
                <a:cs typeface="Arial MT"/>
              </a:rPr>
              <a:t> </a:t>
            </a:r>
            <a:r>
              <a:rPr sz="2000" spc="70" dirty="0">
                <a:latin typeface="Arial MT"/>
                <a:cs typeface="Arial MT"/>
              </a:rPr>
              <a:t>academic</a:t>
            </a:r>
            <a:r>
              <a:rPr sz="2000" spc="220" dirty="0">
                <a:latin typeface="Arial MT"/>
                <a:cs typeface="Arial MT"/>
              </a:rPr>
              <a:t> </a:t>
            </a:r>
            <a:r>
              <a:rPr sz="2000" spc="65" dirty="0">
                <a:latin typeface="Arial MT"/>
                <a:cs typeface="Arial MT"/>
              </a:rPr>
              <a:t>areas</a:t>
            </a:r>
            <a:r>
              <a:rPr sz="2000" spc="220" dirty="0">
                <a:latin typeface="Arial MT"/>
                <a:cs typeface="Arial MT"/>
              </a:rPr>
              <a:t> </a:t>
            </a:r>
            <a:r>
              <a:rPr sz="2000" dirty="0">
                <a:latin typeface="Arial MT"/>
                <a:cs typeface="Arial MT"/>
              </a:rPr>
              <a:t>to</a:t>
            </a:r>
            <a:r>
              <a:rPr sz="2000" spc="210" dirty="0">
                <a:latin typeface="Arial MT"/>
                <a:cs typeface="Arial MT"/>
              </a:rPr>
              <a:t> </a:t>
            </a:r>
            <a:r>
              <a:rPr sz="2000" spc="60" dirty="0">
                <a:latin typeface="Arial MT"/>
                <a:cs typeface="Arial MT"/>
              </a:rPr>
              <a:t>match </a:t>
            </a:r>
            <a:r>
              <a:rPr sz="2000" dirty="0">
                <a:latin typeface="Arial MT"/>
                <a:cs typeface="Arial MT"/>
              </a:rPr>
              <a:t>students'</a:t>
            </a:r>
            <a:r>
              <a:rPr sz="2000" spc="-65" dirty="0">
                <a:latin typeface="Arial MT"/>
                <a:cs typeface="Arial MT"/>
              </a:rPr>
              <a:t> </a:t>
            </a:r>
            <a:r>
              <a:rPr sz="2000" spc="-10" dirty="0">
                <a:latin typeface="Arial MT"/>
                <a:cs typeface="Arial MT"/>
              </a:rPr>
              <a:t>aspirations.</a:t>
            </a:r>
            <a:endParaRPr sz="2000" dirty="0">
              <a:latin typeface="Arial MT"/>
              <a:cs typeface="Arial MT"/>
            </a:endParaRPr>
          </a:p>
          <a:p>
            <a:pPr marL="12700" marR="5080">
              <a:lnSpc>
                <a:spcPct val="150000"/>
              </a:lnSpc>
            </a:pPr>
            <a:r>
              <a:rPr sz="2000" b="1" u="sng" dirty="0">
                <a:uFill>
                  <a:solidFill>
                    <a:srgbClr val="000000"/>
                  </a:solidFill>
                </a:uFill>
                <a:latin typeface="Arial"/>
                <a:cs typeface="Arial"/>
              </a:rPr>
              <a:t>Real-World</a:t>
            </a:r>
            <a:r>
              <a:rPr sz="2000" b="1" u="sng" spc="200" dirty="0">
                <a:uFill>
                  <a:solidFill>
                    <a:srgbClr val="000000"/>
                  </a:solidFill>
                </a:uFill>
                <a:latin typeface="Arial"/>
                <a:cs typeface="Arial"/>
              </a:rPr>
              <a:t> </a:t>
            </a:r>
            <a:r>
              <a:rPr sz="2000" b="1" u="sng" dirty="0">
                <a:uFill>
                  <a:solidFill>
                    <a:srgbClr val="000000"/>
                  </a:solidFill>
                </a:uFill>
                <a:latin typeface="Arial"/>
                <a:cs typeface="Arial"/>
              </a:rPr>
              <a:t>Integration:</a:t>
            </a:r>
            <a:r>
              <a:rPr sz="2000" b="1" u="sng" spc="220" dirty="0">
                <a:uFill>
                  <a:solidFill>
                    <a:srgbClr val="000000"/>
                  </a:solidFill>
                </a:uFill>
                <a:latin typeface="Arial"/>
                <a:cs typeface="Arial"/>
              </a:rPr>
              <a:t> </a:t>
            </a:r>
            <a:r>
              <a:rPr sz="2000" dirty="0">
                <a:latin typeface="Arial MT"/>
                <a:cs typeface="Arial MT"/>
              </a:rPr>
              <a:t>Moving</a:t>
            </a:r>
            <a:r>
              <a:rPr sz="2000" spc="215" dirty="0">
                <a:latin typeface="Arial MT"/>
                <a:cs typeface="Arial MT"/>
              </a:rPr>
              <a:t> </a:t>
            </a:r>
            <a:r>
              <a:rPr sz="2000" dirty="0">
                <a:latin typeface="Arial MT"/>
                <a:cs typeface="Arial MT"/>
              </a:rPr>
              <a:t>beyond</a:t>
            </a:r>
            <a:r>
              <a:rPr sz="2000" spc="215" dirty="0">
                <a:latin typeface="Arial MT"/>
                <a:cs typeface="Arial MT"/>
              </a:rPr>
              <a:t> </a:t>
            </a:r>
            <a:r>
              <a:rPr sz="2000" dirty="0">
                <a:latin typeface="Arial MT"/>
                <a:cs typeface="Arial MT"/>
              </a:rPr>
              <a:t>traditional</a:t>
            </a:r>
            <a:r>
              <a:rPr sz="2000" spc="220" dirty="0">
                <a:latin typeface="Arial MT"/>
                <a:cs typeface="Arial MT"/>
              </a:rPr>
              <a:t> </a:t>
            </a:r>
            <a:r>
              <a:rPr sz="2000" dirty="0">
                <a:latin typeface="Arial MT"/>
                <a:cs typeface="Arial MT"/>
              </a:rPr>
              <a:t>pen-and-paper</a:t>
            </a:r>
            <a:r>
              <a:rPr sz="2000" spc="220" dirty="0">
                <a:latin typeface="Arial MT"/>
                <a:cs typeface="Arial MT"/>
              </a:rPr>
              <a:t> </a:t>
            </a:r>
            <a:r>
              <a:rPr sz="2000" dirty="0">
                <a:latin typeface="Arial MT"/>
                <a:cs typeface="Arial MT"/>
              </a:rPr>
              <a:t>methods</a:t>
            </a:r>
            <a:r>
              <a:rPr sz="2000" spc="220" dirty="0">
                <a:latin typeface="Arial MT"/>
                <a:cs typeface="Arial MT"/>
              </a:rPr>
              <a:t> </a:t>
            </a:r>
            <a:r>
              <a:rPr sz="2000" dirty="0">
                <a:latin typeface="Arial MT"/>
                <a:cs typeface="Arial MT"/>
              </a:rPr>
              <a:t>to</a:t>
            </a:r>
            <a:r>
              <a:rPr sz="2000" spc="215" dirty="0">
                <a:latin typeface="Arial MT"/>
                <a:cs typeface="Arial MT"/>
              </a:rPr>
              <a:t> </a:t>
            </a:r>
            <a:r>
              <a:rPr sz="2000" dirty="0">
                <a:latin typeface="Arial MT"/>
                <a:cs typeface="Arial MT"/>
              </a:rPr>
              <a:t>hands-</a:t>
            </a:r>
            <a:r>
              <a:rPr sz="2000" spc="-25" dirty="0">
                <a:latin typeface="Arial MT"/>
                <a:cs typeface="Arial MT"/>
              </a:rPr>
              <a:t>on, </a:t>
            </a:r>
            <a:r>
              <a:rPr sz="2000" dirty="0">
                <a:latin typeface="Arial MT"/>
                <a:cs typeface="Arial MT"/>
              </a:rPr>
              <a:t>practical</a:t>
            </a:r>
            <a:r>
              <a:rPr sz="2000" spc="-75" dirty="0">
                <a:latin typeface="Arial MT"/>
                <a:cs typeface="Arial MT"/>
              </a:rPr>
              <a:t> </a:t>
            </a:r>
            <a:r>
              <a:rPr sz="2000" spc="-10" dirty="0">
                <a:latin typeface="Arial MT"/>
                <a:cs typeface="Arial MT"/>
              </a:rPr>
              <a:t>learning.</a:t>
            </a:r>
            <a:endParaRPr sz="2000" dirty="0">
              <a:latin typeface="Arial MT"/>
              <a:cs typeface="Arial MT"/>
            </a:endParaRPr>
          </a:p>
          <a:p>
            <a:pPr marL="12700" marR="5080">
              <a:lnSpc>
                <a:spcPct val="150000"/>
              </a:lnSpc>
            </a:pPr>
            <a:r>
              <a:rPr sz="2000" b="1" u="sng" dirty="0">
                <a:uFill>
                  <a:solidFill>
                    <a:srgbClr val="000000"/>
                  </a:solidFill>
                </a:uFill>
                <a:latin typeface="Arial"/>
                <a:cs typeface="Arial"/>
              </a:rPr>
              <a:t>Experiential</a:t>
            </a:r>
            <a:r>
              <a:rPr sz="2000" b="1" u="sng" spc="270" dirty="0">
                <a:uFill>
                  <a:solidFill>
                    <a:srgbClr val="000000"/>
                  </a:solidFill>
                </a:uFill>
                <a:latin typeface="Arial"/>
                <a:cs typeface="Arial"/>
              </a:rPr>
              <a:t> </a:t>
            </a:r>
            <a:r>
              <a:rPr sz="2000" b="1" u="sng" dirty="0">
                <a:uFill>
                  <a:solidFill>
                    <a:srgbClr val="000000"/>
                  </a:solidFill>
                </a:uFill>
                <a:latin typeface="Arial"/>
                <a:cs typeface="Arial"/>
              </a:rPr>
              <a:t>Learning</a:t>
            </a:r>
            <a:r>
              <a:rPr sz="2000" b="1" u="sng" spc="265" dirty="0">
                <a:uFill>
                  <a:solidFill>
                    <a:srgbClr val="000000"/>
                  </a:solidFill>
                </a:uFill>
                <a:latin typeface="Arial"/>
                <a:cs typeface="Arial"/>
              </a:rPr>
              <a:t> </a:t>
            </a:r>
            <a:r>
              <a:rPr sz="2000" b="1" u="sng" dirty="0">
                <a:uFill>
                  <a:solidFill>
                    <a:srgbClr val="000000"/>
                  </a:solidFill>
                </a:uFill>
                <a:latin typeface="Arial"/>
                <a:cs typeface="Arial"/>
              </a:rPr>
              <a:t>Focus:</a:t>
            </a:r>
            <a:r>
              <a:rPr sz="2000" b="1" u="sng" spc="270" dirty="0">
                <a:uFill>
                  <a:solidFill>
                    <a:srgbClr val="000000"/>
                  </a:solidFill>
                </a:uFill>
                <a:latin typeface="Arial"/>
                <a:cs typeface="Arial"/>
              </a:rPr>
              <a:t> </a:t>
            </a:r>
            <a:r>
              <a:rPr sz="2000" dirty="0">
                <a:latin typeface="Arial MT"/>
                <a:cs typeface="Arial MT"/>
              </a:rPr>
              <a:t>Bridging</a:t>
            </a:r>
            <a:r>
              <a:rPr sz="2000" spc="265" dirty="0">
                <a:latin typeface="Arial MT"/>
                <a:cs typeface="Arial MT"/>
              </a:rPr>
              <a:t> </a:t>
            </a:r>
            <a:r>
              <a:rPr sz="2000" dirty="0">
                <a:latin typeface="Arial MT"/>
                <a:cs typeface="Arial MT"/>
              </a:rPr>
              <a:t>theory</a:t>
            </a:r>
            <a:r>
              <a:rPr sz="2000" spc="270" dirty="0">
                <a:latin typeface="Arial MT"/>
                <a:cs typeface="Arial MT"/>
              </a:rPr>
              <a:t> </a:t>
            </a:r>
            <a:r>
              <a:rPr sz="2000" dirty="0">
                <a:latin typeface="Arial MT"/>
                <a:cs typeface="Arial MT"/>
              </a:rPr>
              <a:t>with</a:t>
            </a:r>
            <a:r>
              <a:rPr sz="2000" spc="280" dirty="0">
                <a:latin typeface="Arial MT"/>
                <a:cs typeface="Arial MT"/>
              </a:rPr>
              <a:t> </a:t>
            </a:r>
            <a:r>
              <a:rPr sz="2000" dirty="0">
                <a:latin typeface="Arial MT"/>
                <a:cs typeface="Arial MT"/>
              </a:rPr>
              <a:t>real-world</a:t>
            </a:r>
            <a:r>
              <a:rPr sz="2000" spc="280" dirty="0">
                <a:latin typeface="Arial MT"/>
                <a:cs typeface="Arial MT"/>
              </a:rPr>
              <a:t> </a:t>
            </a:r>
            <a:r>
              <a:rPr sz="2000" dirty="0">
                <a:latin typeface="Arial MT"/>
                <a:cs typeface="Arial MT"/>
              </a:rPr>
              <a:t>practice</a:t>
            </a:r>
            <a:r>
              <a:rPr sz="2000" spc="275" dirty="0">
                <a:latin typeface="Arial MT"/>
                <a:cs typeface="Arial MT"/>
              </a:rPr>
              <a:t> </a:t>
            </a:r>
            <a:r>
              <a:rPr sz="2000" dirty="0">
                <a:latin typeface="Arial MT"/>
                <a:cs typeface="Arial MT"/>
              </a:rPr>
              <a:t>to</a:t>
            </a:r>
            <a:r>
              <a:rPr sz="2000" spc="280" dirty="0">
                <a:latin typeface="Arial MT"/>
                <a:cs typeface="Arial MT"/>
              </a:rPr>
              <a:t> </a:t>
            </a:r>
            <a:r>
              <a:rPr sz="2000" dirty="0">
                <a:latin typeface="Arial MT"/>
                <a:cs typeface="Arial MT"/>
              </a:rPr>
              <a:t>enhance</a:t>
            </a:r>
            <a:r>
              <a:rPr sz="2000" spc="275" dirty="0">
                <a:latin typeface="Arial MT"/>
                <a:cs typeface="Arial MT"/>
              </a:rPr>
              <a:t> </a:t>
            </a:r>
            <a:r>
              <a:rPr sz="2000" spc="-10" dirty="0">
                <a:latin typeface="Arial MT"/>
                <a:cs typeface="Arial MT"/>
              </a:rPr>
              <a:t>skills </a:t>
            </a:r>
            <a:r>
              <a:rPr sz="2000" dirty="0">
                <a:latin typeface="Arial MT"/>
                <a:cs typeface="Arial MT"/>
              </a:rPr>
              <a:t>and</a:t>
            </a:r>
            <a:r>
              <a:rPr sz="2000" spc="-40" dirty="0">
                <a:latin typeface="Arial MT"/>
                <a:cs typeface="Arial MT"/>
              </a:rPr>
              <a:t> </a:t>
            </a:r>
            <a:r>
              <a:rPr sz="2000" spc="-10" dirty="0">
                <a:latin typeface="Arial MT"/>
                <a:cs typeface="Arial MT"/>
              </a:rPr>
              <a:t>competencies.</a:t>
            </a:r>
            <a:endParaRPr sz="2000" dirty="0">
              <a:latin typeface="Arial MT"/>
              <a:cs typeface="Arial MT"/>
            </a:endParaRPr>
          </a:p>
          <a:p>
            <a:pPr marL="12700" marR="31750">
              <a:lnSpc>
                <a:spcPct val="150000"/>
              </a:lnSpc>
            </a:pPr>
            <a:r>
              <a:rPr sz="2000" b="1" u="sng" dirty="0">
                <a:uFill>
                  <a:solidFill>
                    <a:srgbClr val="000000"/>
                  </a:solidFill>
                </a:uFill>
                <a:latin typeface="Arial"/>
                <a:cs typeface="Arial"/>
              </a:rPr>
              <a:t>Holistic</a:t>
            </a:r>
            <a:r>
              <a:rPr sz="2000" b="1" u="sng" spc="-70" dirty="0">
                <a:uFill>
                  <a:solidFill>
                    <a:srgbClr val="000000"/>
                  </a:solidFill>
                </a:uFill>
                <a:latin typeface="Arial"/>
                <a:cs typeface="Arial"/>
              </a:rPr>
              <a:t> </a:t>
            </a:r>
            <a:r>
              <a:rPr sz="2000" b="1" u="sng" dirty="0">
                <a:uFill>
                  <a:solidFill>
                    <a:srgbClr val="000000"/>
                  </a:solidFill>
                </a:uFill>
                <a:latin typeface="Arial"/>
                <a:cs typeface="Arial"/>
              </a:rPr>
              <a:t>Development:</a:t>
            </a:r>
            <a:r>
              <a:rPr sz="2000" b="1" u="sng" spc="-60" dirty="0">
                <a:uFill>
                  <a:solidFill>
                    <a:srgbClr val="000000"/>
                  </a:solidFill>
                </a:uFill>
                <a:latin typeface="Arial"/>
                <a:cs typeface="Arial"/>
              </a:rPr>
              <a:t> </a:t>
            </a:r>
            <a:r>
              <a:rPr sz="2000" dirty="0">
                <a:latin typeface="Arial MT"/>
                <a:cs typeface="Arial MT"/>
              </a:rPr>
              <a:t>Fostering</a:t>
            </a:r>
            <a:r>
              <a:rPr sz="2000" spc="-70" dirty="0">
                <a:latin typeface="Arial MT"/>
                <a:cs typeface="Arial MT"/>
              </a:rPr>
              <a:t> </a:t>
            </a:r>
            <a:r>
              <a:rPr sz="2000" dirty="0">
                <a:latin typeface="Arial MT"/>
                <a:cs typeface="Arial MT"/>
              </a:rPr>
              <a:t>intellectual,</a:t>
            </a:r>
            <a:r>
              <a:rPr sz="2000" spc="-60" dirty="0">
                <a:latin typeface="Arial MT"/>
                <a:cs typeface="Arial MT"/>
              </a:rPr>
              <a:t> </a:t>
            </a:r>
            <a:r>
              <a:rPr sz="2000" dirty="0">
                <a:latin typeface="Arial MT"/>
                <a:cs typeface="Arial MT"/>
              </a:rPr>
              <a:t>emotional,</a:t>
            </a:r>
            <a:r>
              <a:rPr sz="2000" spc="-65" dirty="0">
                <a:latin typeface="Arial MT"/>
                <a:cs typeface="Arial MT"/>
              </a:rPr>
              <a:t> </a:t>
            </a:r>
            <a:r>
              <a:rPr sz="2000" dirty="0">
                <a:latin typeface="Arial MT"/>
                <a:cs typeface="Arial MT"/>
              </a:rPr>
              <a:t>and</a:t>
            </a:r>
            <a:r>
              <a:rPr sz="2000" spc="-65" dirty="0">
                <a:latin typeface="Arial MT"/>
                <a:cs typeface="Arial MT"/>
              </a:rPr>
              <a:t> </a:t>
            </a:r>
            <a:r>
              <a:rPr sz="2000" dirty="0">
                <a:latin typeface="Arial MT"/>
                <a:cs typeface="Arial MT"/>
              </a:rPr>
              <a:t>social</a:t>
            </a:r>
            <a:r>
              <a:rPr sz="2000" spc="-65" dirty="0">
                <a:latin typeface="Arial MT"/>
                <a:cs typeface="Arial MT"/>
              </a:rPr>
              <a:t> </a:t>
            </a:r>
            <a:r>
              <a:rPr sz="2000" dirty="0">
                <a:latin typeface="Arial MT"/>
                <a:cs typeface="Arial MT"/>
              </a:rPr>
              <a:t>growth</a:t>
            </a:r>
            <a:r>
              <a:rPr sz="2000" spc="-65" dirty="0">
                <a:latin typeface="Arial MT"/>
                <a:cs typeface="Arial MT"/>
              </a:rPr>
              <a:t> </a:t>
            </a:r>
            <a:r>
              <a:rPr sz="2000" dirty="0">
                <a:latin typeface="Arial MT"/>
                <a:cs typeface="Arial MT"/>
              </a:rPr>
              <a:t>for</a:t>
            </a:r>
            <a:r>
              <a:rPr sz="2000" spc="-65" dirty="0">
                <a:latin typeface="Arial MT"/>
                <a:cs typeface="Arial MT"/>
              </a:rPr>
              <a:t> </a:t>
            </a:r>
            <a:r>
              <a:rPr sz="2000" spc="-20" dirty="0">
                <a:latin typeface="Arial MT"/>
                <a:cs typeface="Arial MT"/>
              </a:rPr>
              <a:t>well-</a:t>
            </a:r>
            <a:r>
              <a:rPr sz="2000" spc="-10" dirty="0">
                <a:latin typeface="Arial MT"/>
                <a:cs typeface="Arial MT"/>
              </a:rPr>
              <a:t>rounded graduates.</a:t>
            </a:r>
            <a:endParaRPr sz="2000" dirty="0">
              <a:latin typeface="Arial MT"/>
              <a:cs typeface="Arial M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24744" y="1337308"/>
            <a:ext cx="8593494" cy="485889"/>
          </a:xfrm>
          <a:prstGeom prst="rect">
            <a:avLst/>
          </a:prstGeom>
        </p:spPr>
        <p:txBody>
          <a:bodyPr vert="horz" wrap="square" lIns="0" tIns="54470" rIns="0" bIns="0" rtlCol="0">
            <a:spAutoFit/>
          </a:bodyPr>
          <a:lstStyle/>
          <a:p>
            <a:pPr marL="2614930">
              <a:lnSpc>
                <a:spcPct val="100000"/>
              </a:lnSpc>
              <a:spcBef>
                <a:spcPts val="100"/>
              </a:spcBef>
            </a:pPr>
            <a:r>
              <a:rPr lang="en-IN" sz="2800" spc="-25" dirty="0"/>
              <a:t>  </a:t>
            </a:r>
            <a:r>
              <a:rPr sz="2800" spc="-25" dirty="0"/>
              <a:t>EDU-</a:t>
            </a:r>
            <a:r>
              <a:rPr sz="2800" dirty="0"/>
              <a:t>REVOLUTION</a:t>
            </a:r>
            <a:r>
              <a:rPr sz="2800" spc="-180" dirty="0"/>
              <a:t> </a:t>
            </a:r>
            <a:r>
              <a:rPr sz="2800" spc="-10" dirty="0"/>
              <a:t>INTERFACE</a:t>
            </a:r>
          </a:p>
        </p:txBody>
      </p:sp>
      <p:pic>
        <p:nvPicPr>
          <p:cNvPr id="3" name="object 3"/>
          <p:cNvPicPr/>
          <p:nvPr/>
        </p:nvPicPr>
        <p:blipFill>
          <a:blip r:embed="rId2" cstate="print"/>
          <a:stretch>
            <a:fillRect/>
          </a:stretch>
        </p:blipFill>
        <p:spPr>
          <a:xfrm>
            <a:off x="39096" y="752124"/>
            <a:ext cx="7053184" cy="563879"/>
          </a:xfrm>
          <a:prstGeom prst="rect">
            <a:avLst/>
          </a:prstGeom>
        </p:spPr>
      </p:pic>
      <p:sp>
        <p:nvSpPr>
          <p:cNvPr id="4" name="object 4"/>
          <p:cNvSpPr txBox="1"/>
          <p:nvPr/>
        </p:nvSpPr>
        <p:spPr>
          <a:xfrm>
            <a:off x="971600" y="2021476"/>
            <a:ext cx="6842284" cy="993221"/>
          </a:xfrm>
          <a:prstGeom prst="rect">
            <a:avLst/>
          </a:prstGeom>
        </p:spPr>
        <p:txBody>
          <a:bodyPr vert="horz" wrap="square" lIns="0" tIns="53975" rIns="0" bIns="0" rtlCol="0">
            <a:spAutoFit/>
          </a:bodyPr>
          <a:lstStyle/>
          <a:p>
            <a:pPr marL="12700">
              <a:lnSpc>
                <a:spcPct val="100000"/>
              </a:lnSpc>
              <a:spcBef>
                <a:spcPts val="425"/>
              </a:spcBef>
            </a:pPr>
            <a:r>
              <a:rPr sz="1400" b="1" dirty="0">
                <a:latin typeface="Segoe UI"/>
                <a:cs typeface="Segoe UI"/>
              </a:rPr>
              <a:t>Step</a:t>
            </a:r>
            <a:r>
              <a:rPr sz="1400" b="1" spc="-25" dirty="0">
                <a:latin typeface="Segoe UI"/>
                <a:cs typeface="Segoe UI"/>
              </a:rPr>
              <a:t> </a:t>
            </a:r>
            <a:r>
              <a:rPr sz="1400" b="1" dirty="0">
                <a:latin typeface="Segoe UI"/>
                <a:cs typeface="Segoe UI"/>
              </a:rPr>
              <a:t>1:</a:t>
            </a:r>
            <a:r>
              <a:rPr sz="1400" b="1" spc="-25" dirty="0">
                <a:latin typeface="Segoe UI"/>
                <a:cs typeface="Segoe UI"/>
              </a:rPr>
              <a:t> </a:t>
            </a:r>
            <a:r>
              <a:rPr sz="1400" b="1" dirty="0">
                <a:latin typeface="Segoe UI"/>
                <a:cs typeface="Segoe UI"/>
              </a:rPr>
              <a:t>Access</a:t>
            </a:r>
            <a:r>
              <a:rPr sz="1400" b="1" spc="-25" dirty="0">
                <a:latin typeface="Segoe UI"/>
                <a:cs typeface="Segoe UI"/>
              </a:rPr>
              <a:t> </a:t>
            </a:r>
            <a:r>
              <a:rPr sz="1400" b="1" dirty="0">
                <a:latin typeface="Segoe UI"/>
                <a:cs typeface="Segoe UI"/>
              </a:rPr>
              <a:t>the</a:t>
            </a:r>
            <a:r>
              <a:rPr sz="1400" b="1" spc="-30" dirty="0">
                <a:latin typeface="Segoe UI"/>
                <a:cs typeface="Segoe UI"/>
              </a:rPr>
              <a:t> </a:t>
            </a:r>
            <a:r>
              <a:rPr sz="1400" b="1" spc="-20" dirty="0">
                <a:latin typeface="Segoe UI"/>
                <a:cs typeface="Segoe UI"/>
              </a:rPr>
              <a:t>EDU-</a:t>
            </a:r>
            <a:r>
              <a:rPr sz="1400" b="1" spc="-10" dirty="0">
                <a:latin typeface="Segoe UI"/>
                <a:cs typeface="Segoe UI"/>
              </a:rPr>
              <a:t>Revolution</a:t>
            </a:r>
            <a:r>
              <a:rPr sz="1400" b="1" spc="-30" dirty="0">
                <a:latin typeface="Segoe UI"/>
                <a:cs typeface="Segoe UI"/>
              </a:rPr>
              <a:t> </a:t>
            </a:r>
            <a:r>
              <a:rPr sz="1400" b="1" spc="-10" dirty="0">
                <a:latin typeface="Segoe UI"/>
                <a:cs typeface="Segoe UI"/>
              </a:rPr>
              <a:t>Portal</a:t>
            </a:r>
            <a:endParaRPr sz="1400" dirty="0">
              <a:latin typeface="Segoe UI"/>
              <a:cs typeface="Segoe UI"/>
            </a:endParaRPr>
          </a:p>
          <a:p>
            <a:pPr marL="697865" indent="-227965">
              <a:lnSpc>
                <a:spcPct val="100000"/>
              </a:lnSpc>
              <a:spcBef>
                <a:spcPts val="330"/>
              </a:spcBef>
              <a:buFont typeface="Arial MT"/>
              <a:buChar char="•"/>
              <a:tabLst>
                <a:tab pos="697865" algn="l"/>
              </a:tabLst>
            </a:pPr>
            <a:r>
              <a:rPr sz="1400" dirty="0">
                <a:latin typeface="Segoe UI"/>
                <a:cs typeface="Segoe UI"/>
              </a:rPr>
              <a:t>Navigate</a:t>
            </a:r>
            <a:r>
              <a:rPr sz="1400" spc="-40" dirty="0">
                <a:latin typeface="Segoe UI"/>
                <a:cs typeface="Segoe UI"/>
              </a:rPr>
              <a:t> </a:t>
            </a:r>
            <a:r>
              <a:rPr sz="1400" dirty="0">
                <a:latin typeface="Segoe UI"/>
                <a:cs typeface="Segoe UI"/>
              </a:rPr>
              <a:t>through</a:t>
            </a:r>
            <a:r>
              <a:rPr sz="1400" spc="-35" dirty="0">
                <a:latin typeface="Segoe UI"/>
                <a:cs typeface="Segoe UI"/>
              </a:rPr>
              <a:t> </a:t>
            </a:r>
            <a:r>
              <a:rPr sz="1400" dirty="0">
                <a:latin typeface="Segoe UI"/>
                <a:cs typeface="Segoe UI"/>
              </a:rPr>
              <a:t>UMS</a:t>
            </a:r>
            <a:r>
              <a:rPr sz="1400" spc="-30" dirty="0">
                <a:latin typeface="Segoe UI"/>
                <a:cs typeface="Segoe UI"/>
              </a:rPr>
              <a:t> </a:t>
            </a:r>
            <a:r>
              <a:rPr sz="1400" dirty="0">
                <a:latin typeface="Segoe UI"/>
                <a:cs typeface="Segoe UI"/>
              </a:rPr>
              <a:t>→</a:t>
            </a:r>
            <a:r>
              <a:rPr sz="1400" spc="-40" dirty="0">
                <a:latin typeface="Segoe UI"/>
                <a:cs typeface="Segoe UI"/>
              </a:rPr>
              <a:t> </a:t>
            </a:r>
            <a:r>
              <a:rPr sz="1400" dirty="0">
                <a:latin typeface="Segoe UI"/>
                <a:cs typeface="Segoe UI"/>
              </a:rPr>
              <a:t>LMS</a:t>
            </a:r>
            <a:r>
              <a:rPr sz="1400" spc="-30" dirty="0">
                <a:latin typeface="Segoe UI"/>
                <a:cs typeface="Segoe UI"/>
              </a:rPr>
              <a:t> </a:t>
            </a:r>
            <a:r>
              <a:rPr sz="1400" dirty="0">
                <a:latin typeface="Segoe UI"/>
                <a:cs typeface="Segoe UI"/>
              </a:rPr>
              <a:t>→</a:t>
            </a:r>
            <a:r>
              <a:rPr sz="1400" spc="-35" dirty="0">
                <a:latin typeface="Segoe UI"/>
                <a:cs typeface="Segoe UI"/>
              </a:rPr>
              <a:t> </a:t>
            </a:r>
            <a:r>
              <a:rPr sz="1400" spc="-20" dirty="0">
                <a:latin typeface="Segoe UI"/>
                <a:cs typeface="Segoe UI"/>
              </a:rPr>
              <a:t>EDU-</a:t>
            </a:r>
            <a:r>
              <a:rPr sz="1400" spc="-10" dirty="0">
                <a:latin typeface="Segoe UI"/>
                <a:cs typeface="Segoe UI"/>
              </a:rPr>
              <a:t>Revolution:</a:t>
            </a:r>
            <a:r>
              <a:rPr sz="1400" spc="-35" dirty="0">
                <a:latin typeface="Segoe UI"/>
                <a:cs typeface="Segoe UI"/>
              </a:rPr>
              <a:t> </a:t>
            </a:r>
            <a:r>
              <a:rPr sz="1400" dirty="0">
                <a:latin typeface="Segoe UI"/>
                <a:cs typeface="Segoe UI"/>
              </a:rPr>
              <a:t>Be</a:t>
            </a:r>
            <a:r>
              <a:rPr sz="1400" spc="-35" dirty="0">
                <a:latin typeface="Segoe UI"/>
                <a:cs typeface="Segoe UI"/>
              </a:rPr>
              <a:t> </a:t>
            </a:r>
            <a:r>
              <a:rPr sz="1400" dirty="0">
                <a:latin typeface="Segoe UI"/>
                <a:cs typeface="Segoe UI"/>
              </a:rPr>
              <a:t>the</a:t>
            </a:r>
            <a:r>
              <a:rPr sz="1400" spc="-35" dirty="0">
                <a:latin typeface="Segoe UI"/>
                <a:cs typeface="Segoe UI"/>
              </a:rPr>
              <a:t> </a:t>
            </a:r>
            <a:r>
              <a:rPr sz="1400" spc="-10" dirty="0">
                <a:latin typeface="Segoe UI"/>
                <a:cs typeface="Segoe UI"/>
              </a:rPr>
              <a:t>Change,</a:t>
            </a:r>
            <a:endParaRPr sz="1400" dirty="0">
              <a:latin typeface="Segoe UI"/>
              <a:cs typeface="Segoe UI"/>
            </a:endParaRPr>
          </a:p>
          <a:p>
            <a:pPr marL="746760" indent="-276860">
              <a:lnSpc>
                <a:spcPct val="100000"/>
              </a:lnSpc>
              <a:spcBef>
                <a:spcPts val="330"/>
              </a:spcBef>
              <a:buFont typeface="Arial MT"/>
              <a:buChar char="•"/>
              <a:tabLst>
                <a:tab pos="746760" algn="l"/>
              </a:tabLst>
            </a:pPr>
            <a:r>
              <a:rPr sz="1400" dirty="0">
                <a:latin typeface="Segoe UI"/>
                <a:cs typeface="Segoe UI"/>
              </a:rPr>
              <a:t>or</a:t>
            </a:r>
            <a:r>
              <a:rPr sz="1400" spc="-30" dirty="0">
                <a:latin typeface="Segoe UI"/>
                <a:cs typeface="Segoe UI"/>
              </a:rPr>
              <a:t> </a:t>
            </a:r>
            <a:r>
              <a:rPr sz="1400" dirty="0">
                <a:latin typeface="Segoe UI"/>
                <a:cs typeface="Segoe UI"/>
              </a:rPr>
              <a:t>click</a:t>
            </a:r>
            <a:r>
              <a:rPr sz="1400" spc="-30" dirty="0">
                <a:latin typeface="Segoe UI"/>
                <a:cs typeface="Segoe UI"/>
              </a:rPr>
              <a:t> </a:t>
            </a:r>
            <a:r>
              <a:rPr sz="1400" dirty="0">
                <a:latin typeface="Segoe UI"/>
                <a:cs typeface="Segoe UI"/>
              </a:rPr>
              <a:t>the</a:t>
            </a:r>
            <a:r>
              <a:rPr sz="1400" spc="-30" dirty="0">
                <a:latin typeface="Segoe UI"/>
                <a:cs typeface="Segoe UI"/>
              </a:rPr>
              <a:t> </a:t>
            </a:r>
            <a:r>
              <a:rPr sz="1400" spc="-10" dirty="0">
                <a:latin typeface="Segoe UI"/>
                <a:cs typeface="Segoe UI"/>
              </a:rPr>
              <a:t>dashboard</a:t>
            </a:r>
            <a:r>
              <a:rPr sz="1400" spc="-30" dirty="0">
                <a:latin typeface="Segoe UI"/>
                <a:cs typeface="Segoe UI"/>
              </a:rPr>
              <a:t> </a:t>
            </a:r>
            <a:r>
              <a:rPr sz="1400" dirty="0">
                <a:latin typeface="Segoe UI"/>
                <a:cs typeface="Segoe UI"/>
              </a:rPr>
              <a:t>shortcut</a:t>
            </a:r>
            <a:r>
              <a:rPr sz="1400" spc="-25" dirty="0">
                <a:latin typeface="Segoe UI"/>
                <a:cs typeface="Segoe UI"/>
              </a:rPr>
              <a:t> </a:t>
            </a:r>
            <a:r>
              <a:rPr sz="1400" spc="-20" dirty="0">
                <a:latin typeface="Segoe UI"/>
                <a:cs typeface="Segoe UI"/>
              </a:rPr>
              <a:t>“Apply</a:t>
            </a:r>
            <a:r>
              <a:rPr sz="1400" spc="-25" dirty="0">
                <a:latin typeface="Segoe UI"/>
                <a:cs typeface="Segoe UI"/>
              </a:rPr>
              <a:t> </a:t>
            </a:r>
            <a:r>
              <a:rPr sz="1400" dirty="0">
                <a:latin typeface="Segoe UI"/>
                <a:cs typeface="Segoe UI"/>
              </a:rPr>
              <a:t>for</a:t>
            </a:r>
            <a:r>
              <a:rPr sz="1400" spc="-30" dirty="0">
                <a:latin typeface="Segoe UI"/>
                <a:cs typeface="Segoe UI"/>
              </a:rPr>
              <a:t> </a:t>
            </a:r>
            <a:r>
              <a:rPr sz="1400" spc="-20" dirty="0">
                <a:latin typeface="Segoe UI"/>
                <a:cs typeface="Segoe UI"/>
              </a:rPr>
              <a:t>EDU-</a:t>
            </a:r>
            <a:r>
              <a:rPr sz="1400" spc="-25" dirty="0">
                <a:latin typeface="Segoe UI"/>
                <a:cs typeface="Segoe UI"/>
              </a:rPr>
              <a:t>Revolution.” </a:t>
            </a:r>
            <a:r>
              <a:rPr sz="1400" dirty="0">
                <a:latin typeface="Segoe UI"/>
                <a:cs typeface="Segoe UI"/>
              </a:rPr>
              <a:t>and</a:t>
            </a:r>
            <a:r>
              <a:rPr sz="1400" spc="-30" dirty="0">
                <a:latin typeface="Segoe UI"/>
                <a:cs typeface="Segoe UI"/>
              </a:rPr>
              <a:t> </a:t>
            </a:r>
            <a:r>
              <a:rPr sz="1400" dirty="0">
                <a:latin typeface="Segoe UI"/>
                <a:cs typeface="Segoe UI"/>
              </a:rPr>
              <a:t>click</a:t>
            </a:r>
            <a:r>
              <a:rPr sz="1400" spc="-30" dirty="0">
                <a:latin typeface="Segoe UI"/>
                <a:cs typeface="Segoe UI"/>
              </a:rPr>
              <a:t> </a:t>
            </a:r>
            <a:r>
              <a:rPr sz="1400" dirty="0">
                <a:latin typeface="Segoe UI"/>
                <a:cs typeface="Segoe UI"/>
              </a:rPr>
              <a:t>on</a:t>
            </a:r>
            <a:r>
              <a:rPr sz="1400" spc="-30" dirty="0">
                <a:latin typeface="Segoe UI"/>
                <a:cs typeface="Segoe UI"/>
              </a:rPr>
              <a:t> </a:t>
            </a:r>
            <a:r>
              <a:rPr sz="1400" dirty="0">
                <a:latin typeface="Segoe UI"/>
                <a:cs typeface="Segoe UI"/>
              </a:rPr>
              <a:t>“Get</a:t>
            </a:r>
            <a:r>
              <a:rPr sz="1400" spc="-20" dirty="0">
                <a:latin typeface="Segoe UI"/>
                <a:cs typeface="Segoe UI"/>
              </a:rPr>
              <a:t> </a:t>
            </a:r>
            <a:r>
              <a:rPr sz="1400" dirty="0">
                <a:latin typeface="Segoe UI"/>
                <a:cs typeface="Segoe UI"/>
              </a:rPr>
              <a:t>Started”</a:t>
            </a:r>
            <a:r>
              <a:rPr sz="1400" spc="-25" dirty="0">
                <a:latin typeface="Segoe UI"/>
                <a:cs typeface="Segoe UI"/>
              </a:rPr>
              <a:t> </a:t>
            </a:r>
            <a:r>
              <a:rPr sz="1400" dirty="0">
                <a:latin typeface="Segoe UI"/>
                <a:cs typeface="Segoe UI"/>
              </a:rPr>
              <a:t>to</a:t>
            </a:r>
            <a:r>
              <a:rPr sz="1400" spc="-30" dirty="0">
                <a:latin typeface="Segoe UI"/>
                <a:cs typeface="Segoe UI"/>
              </a:rPr>
              <a:t> </a:t>
            </a:r>
            <a:r>
              <a:rPr sz="1400" dirty="0">
                <a:latin typeface="Segoe UI"/>
                <a:cs typeface="Segoe UI"/>
              </a:rPr>
              <a:t>see</a:t>
            </a:r>
            <a:r>
              <a:rPr sz="1400" spc="-30" dirty="0">
                <a:latin typeface="Segoe UI"/>
                <a:cs typeface="Segoe UI"/>
              </a:rPr>
              <a:t> </a:t>
            </a:r>
            <a:r>
              <a:rPr sz="1400" dirty="0">
                <a:latin typeface="Segoe UI"/>
                <a:cs typeface="Segoe UI"/>
              </a:rPr>
              <a:t>the</a:t>
            </a:r>
            <a:r>
              <a:rPr sz="1400" spc="-30" dirty="0">
                <a:latin typeface="Segoe UI"/>
                <a:cs typeface="Segoe UI"/>
              </a:rPr>
              <a:t> </a:t>
            </a:r>
            <a:r>
              <a:rPr sz="1400" spc="-10" dirty="0">
                <a:latin typeface="Segoe UI"/>
                <a:cs typeface="Segoe UI"/>
              </a:rPr>
              <a:t>categories</a:t>
            </a:r>
            <a:endParaRPr sz="1400" dirty="0">
              <a:latin typeface="Segoe UI"/>
              <a:cs typeface="Segoe UI"/>
            </a:endParaRPr>
          </a:p>
        </p:txBody>
      </p:sp>
      <p:grpSp>
        <p:nvGrpSpPr>
          <p:cNvPr id="5" name="object 5"/>
          <p:cNvGrpSpPr/>
          <p:nvPr/>
        </p:nvGrpSpPr>
        <p:grpSpPr>
          <a:xfrm>
            <a:off x="1403648" y="3212976"/>
            <a:ext cx="6568916" cy="3227833"/>
            <a:chOff x="1780032" y="2258567"/>
            <a:chExt cx="8758555" cy="4555490"/>
          </a:xfrm>
        </p:grpSpPr>
        <p:pic>
          <p:nvPicPr>
            <p:cNvPr id="6" name="object 6"/>
            <p:cNvPicPr/>
            <p:nvPr/>
          </p:nvPicPr>
          <p:blipFill>
            <a:blip r:embed="rId3" cstate="print"/>
            <a:stretch>
              <a:fillRect/>
            </a:stretch>
          </p:blipFill>
          <p:spPr>
            <a:xfrm>
              <a:off x="1780032" y="2258567"/>
              <a:ext cx="8758428" cy="4555236"/>
            </a:xfrm>
            <a:prstGeom prst="rect">
              <a:avLst/>
            </a:prstGeom>
          </p:spPr>
        </p:pic>
        <p:sp>
          <p:nvSpPr>
            <p:cNvPr id="7" name="object 7"/>
            <p:cNvSpPr/>
            <p:nvPr/>
          </p:nvSpPr>
          <p:spPr>
            <a:xfrm>
              <a:off x="4417695" y="4601844"/>
              <a:ext cx="1830070" cy="643255"/>
            </a:xfrm>
            <a:custGeom>
              <a:avLst/>
              <a:gdLst/>
              <a:ahLst/>
              <a:cxnLst/>
              <a:rect l="l" t="t" r="r" b="b"/>
              <a:pathLst>
                <a:path w="1830070" h="643254">
                  <a:moveTo>
                    <a:pt x="1830069" y="643254"/>
                  </a:moveTo>
                  <a:lnTo>
                    <a:pt x="0" y="643254"/>
                  </a:lnTo>
                  <a:lnTo>
                    <a:pt x="0" y="0"/>
                  </a:lnTo>
                  <a:lnTo>
                    <a:pt x="1830069" y="0"/>
                  </a:lnTo>
                  <a:lnTo>
                    <a:pt x="1830069" y="28575"/>
                  </a:lnTo>
                  <a:lnTo>
                    <a:pt x="57150" y="28575"/>
                  </a:lnTo>
                  <a:lnTo>
                    <a:pt x="28575" y="57150"/>
                  </a:lnTo>
                  <a:lnTo>
                    <a:pt x="57150" y="57150"/>
                  </a:lnTo>
                  <a:lnTo>
                    <a:pt x="57150" y="586104"/>
                  </a:lnTo>
                  <a:lnTo>
                    <a:pt x="28575" y="586104"/>
                  </a:lnTo>
                  <a:lnTo>
                    <a:pt x="57150" y="614679"/>
                  </a:lnTo>
                  <a:lnTo>
                    <a:pt x="1830069" y="614679"/>
                  </a:lnTo>
                  <a:lnTo>
                    <a:pt x="1830069" y="643254"/>
                  </a:lnTo>
                  <a:close/>
                </a:path>
                <a:path w="1830070" h="643254">
                  <a:moveTo>
                    <a:pt x="57150" y="57150"/>
                  </a:moveTo>
                  <a:lnTo>
                    <a:pt x="28575" y="57150"/>
                  </a:lnTo>
                  <a:lnTo>
                    <a:pt x="57150" y="28575"/>
                  </a:lnTo>
                  <a:lnTo>
                    <a:pt x="57150" y="57150"/>
                  </a:lnTo>
                  <a:close/>
                </a:path>
                <a:path w="1830070" h="643254">
                  <a:moveTo>
                    <a:pt x="1772919" y="57150"/>
                  </a:moveTo>
                  <a:lnTo>
                    <a:pt x="57150" y="57150"/>
                  </a:lnTo>
                  <a:lnTo>
                    <a:pt x="57150" y="28575"/>
                  </a:lnTo>
                  <a:lnTo>
                    <a:pt x="1772919" y="28575"/>
                  </a:lnTo>
                  <a:lnTo>
                    <a:pt x="1772919" y="57150"/>
                  </a:lnTo>
                  <a:close/>
                </a:path>
                <a:path w="1830070" h="643254">
                  <a:moveTo>
                    <a:pt x="1772919" y="614679"/>
                  </a:moveTo>
                  <a:lnTo>
                    <a:pt x="1772919" y="28575"/>
                  </a:lnTo>
                  <a:lnTo>
                    <a:pt x="1801494" y="57150"/>
                  </a:lnTo>
                  <a:lnTo>
                    <a:pt x="1830069" y="57150"/>
                  </a:lnTo>
                  <a:lnTo>
                    <a:pt x="1830069" y="586104"/>
                  </a:lnTo>
                  <a:lnTo>
                    <a:pt x="1801494" y="586104"/>
                  </a:lnTo>
                  <a:lnTo>
                    <a:pt x="1772919" y="614679"/>
                  </a:lnTo>
                  <a:close/>
                </a:path>
                <a:path w="1830070" h="643254">
                  <a:moveTo>
                    <a:pt x="1830069" y="57150"/>
                  </a:moveTo>
                  <a:lnTo>
                    <a:pt x="1801494" y="57150"/>
                  </a:lnTo>
                  <a:lnTo>
                    <a:pt x="1772919" y="28575"/>
                  </a:lnTo>
                  <a:lnTo>
                    <a:pt x="1830069" y="28575"/>
                  </a:lnTo>
                  <a:lnTo>
                    <a:pt x="1830069" y="57150"/>
                  </a:lnTo>
                  <a:close/>
                </a:path>
                <a:path w="1830070" h="643254">
                  <a:moveTo>
                    <a:pt x="57150" y="614679"/>
                  </a:moveTo>
                  <a:lnTo>
                    <a:pt x="28575" y="586104"/>
                  </a:lnTo>
                  <a:lnTo>
                    <a:pt x="57150" y="586104"/>
                  </a:lnTo>
                  <a:lnTo>
                    <a:pt x="57150" y="614679"/>
                  </a:lnTo>
                  <a:close/>
                </a:path>
                <a:path w="1830070" h="643254">
                  <a:moveTo>
                    <a:pt x="1772919" y="614679"/>
                  </a:moveTo>
                  <a:lnTo>
                    <a:pt x="57150" y="614679"/>
                  </a:lnTo>
                  <a:lnTo>
                    <a:pt x="57150" y="586104"/>
                  </a:lnTo>
                  <a:lnTo>
                    <a:pt x="1772919" y="586104"/>
                  </a:lnTo>
                  <a:lnTo>
                    <a:pt x="1772919" y="614679"/>
                  </a:lnTo>
                  <a:close/>
                </a:path>
                <a:path w="1830070" h="643254">
                  <a:moveTo>
                    <a:pt x="1830069" y="614679"/>
                  </a:moveTo>
                  <a:lnTo>
                    <a:pt x="1772919" y="614679"/>
                  </a:lnTo>
                  <a:lnTo>
                    <a:pt x="1801494" y="586104"/>
                  </a:lnTo>
                  <a:lnTo>
                    <a:pt x="1830069" y="586104"/>
                  </a:lnTo>
                  <a:lnTo>
                    <a:pt x="1830069" y="614679"/>
                  </a:lnTo>
                  <a:close/>
                </a:path>
              </a:pathLst>
            </a:custGeom>
            <a:solidFill>
              <a:srgbClr val="FF0000"/>
            </a:solidFill>
          </p:spPr>
          <p:txBody>
            <a:bodyPr wrap="square" lIns="0" tIns="0" rIns="0" bIns="0" rtlCol="0"/>
            <a:lstStyle/>
            <a:p>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7704" y="1415599"/>
            <a:ext cx="5175885" cy="863697"/>
          </a:xfrm>
          <a:prstGeom prst="rect">
            <a:avLst/>
          </a:prstGeom>
        </p:spPr>
        <p:txBody>
          <a:bodyPr vert="horz" wrap="square" lIns="0" tIns="55244" rIns="0" bIns="0" rtlCol="0">
            <a:spAutoFit/>
          </a:bodyPr>
          <a:lstStyle/>
          <a:p>
            <a:pPr marL="12700">
              <a:lnSpc>
                <a:spcPct val="100000"/>
              </a:lnSpc>
              <a:spcBef>
                <a:spcPts val="434"/>
              </a:spcBef>
            </a:pPr>
            <a:r>
              <a:rPr sz="1800" b="1" dirty="0">
                <a:latin typeface="Segoe UI"/>
                <a:cs typeface="Segoe UI"/>
              </a:rPr>
              <a:t>Step</a:t>
            </a:r>
            <a:r>
              <a:rPr sz="1800" b="1" spc="-45" dirty="0">
                <a:latin typeface="Segoe UI"/>
                <a:cs typeface="Segoe UI"/>
              </a:rPr>
              <a:t> </a:t>
            </a:r>
            <a:r>
              <a:rPr sz="1800" b="1" dirty="0">
                <a:latin typeface="Segoe UI"/>
                <a:cs typeface="Segoe UI"/>
              </a:rPr>
              <a:t>2:</a:t>
            </a:r>
            <a:r>
              <a:rPr sz="1800" b="1" spc="-35" dirty="0">
                <a:latin typeface="Segoe UI"/>
                <a:cs typeface="Segoe UI"/>
              </a:rPr>
              <a:t> </a:t>
            </a:r>
            <a:r>
              <a:rPr sz="1800" b="1" dirty="0">
                <a:latin typeface="Segoe UI"/>
                <a:cs typeface="Segoe UI"/>
              </a:rPr>
              <a:t>Choose</a:t>
            </a:r>
            <a:r>
              <a:rPr sz="1800" b="1" spc="-40" dirty="0">
                <a:latin typeface="Segoe UI"/>
                <a:cs typeface="Segoe UI"/>
              </a:rPr>
              <a:t> </a:t>
            </a:r>
            <a:r>
              <a:rPr sz="1800" b="1" dirty="0">
                <a:latin typeface="Segoe UI"/>
                <a:cs typeface="Segoe UI"/>
              </a:rPr>
              <a:t>a</a:t>
            </a:r>
            <a:r>
              <a:rPr sz="1800" b="1" spc="-40" dirty="0">
                <a:latin typeface="Segoe UI"/>
                <a:cs typeface="Segoe UI"/>
              </a:rPr>
              <a:t> </a:t>
            </a:r>
            <a:r>
              <a:rPr sz="1800" b="1" spc="-10" dirty="0">
                <a:latin typeface="Segoe UI"/>
                <a:cs typeface="Segoe UI"/>
              </a:rPr>
              <a:t>Category</a:t>
            </a:r>
            <a:endParaRPr sz="1800">
              <a:latin typeface="Segoe UI"/>
              <a:cs typeface="Segoe UI"/>
            </a:endParaRPr>
          </a:p>
          <a:p>
            <a:pPr marL="469900">
              <a:lnSpc>
                <a:spcPct val="100000"/>
              </a:lnSpc>
              <a:spcBef>
                <a:spcPts val="295"/>
              </a:spcBef>
            </a:pPr>
            <a:r>
              <a:rPr sz="1600" b="1" dirty="0">
                <a:latin typeface="Segoe UI"/>
                <a:cs typeface="Segoe UI"/>
              </a:rPr>
              <a:t>Select</a:t>
            </a:r>
            <a:r>
              <a:rPr sz="1600" b="1" spc="-20" dirty="0">
                <a:latin typeface="Segoe UI"/>
                <a:cs typeface="Segoe UI"/>
              </a:rPr>
              <a:t> </a:t>
            </a:r>
            <a:r>
              <a:rPr sz="1600" b="1" dirty="0">
                <a:latin typeface="Segoe UI"/>
                <a:cs typeface="Segoe UI"/>
              </a:rPr>
              <a:t>the</a:t>
            </a:r>
            <a:r>
              <a:rPr sz="1600" b="1" spc="-15" dirty="0">
                <a:latin typeface="Segoe UI"/>
                <a:cs typeface="Segoe UI"/>
              </a:rPr>
              <a:t> </a:t>
            </a:r>
            <a:r>
              <a:rPr sz="1600" b="1" dirty="0">
                <a:latin typeface="Segoe UI"/>
                <a:cs typeface="Segoe UI"/>
              </a:rPr>
              <a:t>category</a:t>
            </a:r>
            <a:r>
              <a:rPr sz="1600" b="1" spc="-20" dirty="0">
                <a:latin typeface="Segoe UI"/>
                <a:cs typeface="Segoe UI"/>
              </a:rPr>
              <a:t> </a:t>
            </a:r>
            <a:r>
              <a:rPr sz="1600" b="1" dirty="0">
                <a:latin typeface="Segoe UI"/>
                <a:cs typeface="Segoe UI"/>
              </a:rPr>
              <a:t>for</a:t>
            </a:r>
            <a:r>
              <a:rPr sz="1600" b="1" spc="-20" dirty="0">
                <a:latin typeface="Segoe UI"/>
                <a:cs typeface="Segoe UI"/>
              </a:rPr>
              <a:t> </a:t>
            </a:r>
            <a:r>
              <a:rPr sz="1600" b="1" dirty="0">
                <a:latin typeface="Segoe UI"/>
                <a:cs typeface="Segoe UI"/>
              </a:rPr>
              <a:t>which</a:t>
            </a:r>
            <a:r>
              <a:rPr sz="1600" b="1" spc="-15" dirty="0">
                <a:latin typeface="Segoe UI"/>
                <a:cs typeface="Segoe UI"/>
              </a:rPr>
              <a:t> </a:t>
            </a:r>
            <a:r>
              <a:rPr sz="1600" b="1" dirty="0">
                <a:latin typeface="Segoe UI"/>
                <a:cs typeface="Segoe UI"/>
              </a:rPr>
              <a:t>you</a:t>
            </a:r>
            <a:r>
              <a:rPr sz="1600" b="1" spc="-20" dirty="0">
                <a:latin typeface="Segoe UI"/>
                <a:cs typeface="Segoe UI"/>
              </a:rPr>
              <a:t> </a:t>
            </a:r>
            <a:r>
              <a:rPr sz="1600" b="1" dirty="0">
                <a:latin typeface="Segoe UI"/>
                <a:cs typeface="Segoe UI"/>
              </a:rPr>
              <a:t>want</a:t>
            </a:r>
            <a:r>
              <a:rPr sz="1600" b="1" spc="-15" dirty="0">
                <a:latin typeface="Segoe UI"/>
                <a:cs typeface="Segoe UI"/>
              </a:rPr>
              <a:t> </a:t>
            </a:r>
            <a:r>
              <a:rPr sz="1600" b="1" dirty="0">
                <a:latin typeface="Segoe UI"/>
                <a:cs typeface="Segoe UI"/>
              </a:rPr>
              <a:t>to</a:t>
            </a:r>
            <a:r>
              <a:rPr sz="1600" b="1" spc="-20" dirty="0">
                <a:latin typeface="Segoe UI"/>
                <a:cs typeface="Segoe UI"/>
              </a:rPr>
              <a:t> </a:t>
            </a:r>
            <a:r>
              <a:rPr sz="1600" b="1" dirty="0">
                <a:latin typeface="Segoe UI"/>
                <a:cs typeface="Segoe UI"/>
              </a:rPr>
              <a:t>submit</a:t>
            </a:r>
            <a:r>
              <a:rPr sz="1600" b="1" spc="-15" dirty="0">
                <a:latin typeface="Segoe UI"/>
                <a:cs typeface="Segoe UI"/>
              </a:rPr>
              <a:t> </a:t>
            </a:r>
            <a:r>
              <a:rPr sz="1600" b="1" dirty="0">
                <a:latin typeface="Segoe UI"/>
                <a:cs typeface="Segoe UI"/>
              </a:rPr>
              <a:t>your</a:t>
            </a:r>
            <a:r>
              <a:rPr sz="1600" b="1" spc="-20" dirty="0">
                <a:latin typeface="Segoe UI"/>
                <a:cs typeface="Segoe UI"/>
              </a:rPr>
              <a:t> </a:t>
            </a:r>
            <a:r>
              <a:rPr sz="1600" b="1" spc="-10" dirty="0">
                <a:latin typeface="Segoe UI"/>
                <a:cs typeface="Segoe UI"/>
              </a:rPr>
              <a:t>nomination.</a:t>
            </a:r>
            <a:endParaRPr sz="1600">
              <a:latin typeface="Segoe UI"/>
              <a:cs typeface="Segoe UI"/>
            </a:endParaRPr>
          </a:p>
        </p:txBody>
      </p:sp>
      <p:grpSp>
        <p:nvGrpSpPr>
          <p:cNvPr id="3" name="object 3"/>
          <p:cNvGrpSpPr/>
          <p:nvPr/>
        </p:nvGrpSpPr>
        <p:grpSpPr>
          <a:xfrm>
            <a:off x="250317" y="2769107"/>
            <a:ext cx="8502015" cy="3558540"/>
            <a:chOff x="333756" y="2769107"/>
            <a:chExt cx="11336020" cy="3558540"/>
          </a:xfrm>
        </p:grpSpPr>
        <p:sp>
          <p:nvSpPr>
            <p:cNvPr id="4" name="object 4"/>
            <p:cNvSpPr/>
            <p:nvPr/>
          </p:nvSpPr>
          <p:spPr>
            <a:xfrm>
              <a:off x="4417695" y="4601844"/>
              <a:ext cx="1830070" cy="643255"/>
            </a:xfrm>
            <a:custGeom>
              <a:avLst/>
              <a:gdLst/>
              <a:ahLst/>
              <a:cxnLst/>
              <a:rect l="l" t="t" r="r" b="b"/>
              <a:pathLst>
                <a:path w="1830070" h="643254">
                  <a:moveTo>
                    <a:pt x="1830069" y="643254"/>
                  </a:moveTo>
                  <a:lnTo>
                    <a:pt x="0" y="643254"/>
                  </a:lnTo>
                  <a:lnTo>
                    <a:pt x="0" y="0"/>
                  </a:lnTo>
                  <a:lnTo>
                    <a:pt x="1830069" y="0"/>
                  </a:lnTo>
                  <a:lnTo>
                    <a:pt x="1830069" y="28575"/>
                  </a:lnTo>
                  <a:lnTo>
                    <a:pt x="57150" y="28575"/>
                  </a:lnTo>
                  <a:lnTo>
                    <a:pt x="28575" y="57150"/>
                  </a:lnTo>
                  <a:lnTo>
                    <a:pt x="57150" y="57150"/>
                  </a:lnTo>
                  <a:lnTo>
                    <a:pt x="57150" y="586104"/>
                  </a:lnTo>
                  <a:lnTo>
                    <a:pt x="28575" y="586104"/>
                  </a:lnTo>
                  <a:lnTo>
                    <a:pt x="57150" y="614679"/>
                  </a:lnTo>
                  <a:lnTo>
                    <a:pt x="1830069" y="614679"/>
                  </a:lnTo>
                  <a:lnTo>
                    <a:pt x="1830069" y="643254"/>
                  </a:lnTo>
                  <a:close/>
                </a:path>
                <a:path w="1830070" h="643254">
                  <a:moveTo>
                    <a:pt x="57150" y="57150"/>
                  </a:moveTo>
                  <a:lnTo>
                    <a:pt x="28575" y="57150"/>
                  </a:lnTo>
                  <a:lnTo>
                    <a:pt x="57150" y="28575"/>
                  </a:lnTo>
                  <a:lnTo>
                    <a:pt x="57150" y="57150"/>
                  </a:lnTo>
                  <a:close/>
                </a:path>
                <a:path w="1830070" h="643254">
                  <a:moveTo>
                    <a:pt x="1772919" y="57150"/>
                  </a:moveTo>
                  <a:lnTo>
                    <a:pt x="57150" y="57150"/>
                  </a:lnTo>
                  <a:lnTo>
                    <a:pt x="57150" y="28575"/>
                  </a:lnTo>
                  <a:lnTo>
                    <a:pt x="1772919" y="28575"/>
                  </a:lnTo>
                  <a:lnTo>
                    <a:pt x="1772919" y="57150"/>
                  </a:lnTo>
                  <a:close/>
                </a:path>
                <a:path w="1830070" h="643254">
                  <a:moveTo>
                    <a:pt x="1772919" y="614679"/>
                  </a:moveTo>
                  <a:lnTo>
                    <a:pt x="1772919" y="28575"/>
                  </a:lnTo>
                  <a:lnTo>
                    <a:pt x="1801494" y="57150"/>
                  </a:lnTo>
                  <a:lnTo>
                    <a:pt x="1830069" y="57150"/>
                  </a:lnTo>
                  <a:lnTo>
                    <a:pt x="1830069" y="586104"/>
                  </a:lnTo>
                  <a:lnTo>
                    <a:pt x="1801494" y="586104"/>
                  </a:lnTo>
                  <a:lnTo>
                    <a:pt x="1772919" y="614679"/>
                  </a:lnTo>
                  <a:close/>
                </a:path>
                <a:path w="1830070" h="643254">
                  <a:moveTo>
                    <a:pt x="1830069" y="57150"/>
                  </a:moveTo>
                  <a:lnTo>
                    <a:pt x="1801494" y="57150"/>
                  </a:lnTo>
                  <a:lnTo>
                    <a:pt x="1772919" y="28575"/>
                  </a:lnTo>
                  <a:lnTo>
                    <a:pt x="1830069" y="28575"/>
                  </a:lnTo>
                  <a:lnTo>
                    <a:pt x="1830069" y="57150"/>
                  </a:lnTo>
                  <a:close/>
                </a:path>
                <a:path w="1830070" h="643254">
                  <a:moveTo>
                    <a:pt x="57150" y="614679"/>
                  </a:moveTo>
                  <a:lnTo>
                    <a:pt x="28575" y="586104"/>
                  </a:lnTo>
                  <a:lnTo>
                    <a:pt x="57150" y="586104"/>
                  </a:lnTo>
                  <a:lnTo>
                    <a:pt x="57150" y="614679"/>
                  </a:lnTo>
                  <a:close/>
                </a:path>
                <a:path w="1830070" h="643254">
                  <a:moveTo>
                    <a:pt x="1772919" y="614679"/>
                  </a:moveTo>
                  <a:lnTo>
                    <a:pt x="57150" y="614679"/>
                  </a:lnTo>
                  <a:lnTo>
                    <a:pt x="57150" y="586104"/>
                  </a:lnTo>
                  <a:lnTo>
                    <a:pt x="1772919" y="586104"/>
                  </a:lnTo>
                  <a:lnTo>
                    <a:pt x="1772919" y="614679"/>
                  </a:lnTo>
                  <a:close/>
                </a:path>
                <a:path w="1830070" h="643254">
                  <a:moveTo>
                    <a:pt x="1830069" y="614679"/>
                  </a:moveTo>
                  <a:lnTo>
                    <a:pt x="1772919" y="614679"/>
                  </a:lnTo>
                  <a:lnTo>
                    <a:pt x="1801494" y="586104"/>
                  </a:lnTo>
                  <a:lnTo>
                    <a:pt x="1830069" y="586104"/>
                  </a:lnTo>
                  <a:lnTo>
                    <a:pt x="1830069" y="614679"/>
                  </a:lnTo>
                  <a:close/>
                </a:path>
              </a:pathLst>
            </a:custGeom>
            <a:solidFill>
              <a:srgbClr val="FF0000"/>
            </a:solidFill>
          </p:spPr>
          <p:txBody>
            <a:bodyPr wrap="square" lIns="0" tIns="0" rIns="0" bIns="0" rtlCol="0"/>
            <a:lstStyle/>
            <a:p>
              <a:endParaRPr/>
            </a:p>
          </p:txBody>
        </p:sp>
        <p:pic>
          <p:nvPicPr>
            <p:cNvPr id="5" name="object 5"/>
            <p:cNvPicPr/>
            <p:nvPr/>
          </p:nvPicPr>
          <p:blipFill>
            <a:blip r:embed="rId2" cstate="print"/>
            <a:stretch>
              <a:fillRect/>
            </a:stretch>
          </p:blipFill>
          <p:spPr>
            <a:xfrm>
              <a:off x="333756" y="2769107"/>
              <a:ext cx="11335512" cy="3558540"/>
            </a:xfrm>
            <a:prstGeom prst="rect">
              <a:avLst/>
            </a:prstGeom>
          </p:spPr>
        </p:pic>
        <p:sp>
          <p:nvSpPr>
            <p:cNvPr id="6" name="object 6"/>
            <p:cNvSpPr/>
            <p:nvPr/>
          </p:nvSpPr>
          <p:spPr>
            <a:xfrm>
              <a:off x="4159250" y="2837814"/>
              <a:ext cx="3818890" cy="3289300"/>
            </a:xfrm>
            <a:custGeom>
              <a:avLst/>
              <a:gdLst/>
              <a:ahLst/>
              <a:cxnLst/>
              <a:rect l="l" t="t" r="r" b="b"/>
              <a:pathLst>
                <a:path w="3818890" h="3289300">
                  <a:moveTo>
                    <a:pt x="3384372" y="12700"/>
                  </a:moveTo>
                  <a:lnTo>
                    <a:pt x="434517" y="12700"/>
                  </a:lnTo>
                  <a:lnTo>
                    <a:pt x="448157" y="0"/>
                  </a:lnTo>
                  <a:lnTo>
                    <a:pt x="3370732" y="0"/>
                  </a:lnTo>
                  <a:lnTo>
                    <a:pt x="3384372" y="12700"/>
                  </a:lnTo>
                  <a:close/>
                </a:path>
                <a:path w="3818890" h="3289300">
                  <a:moveTo>
                    <a:pt x="3437648" y="25400"/>
                  </a:moveTo>
                  <a:lnTo>
                    <a:pt x="381241" y="25400"/>
                  </a:lnTo>
                  <a:lnTo>
                    <a:pt x="394360" y="12700"/>
                  </a:lnTo>
                  <a:lnTo>
                    <a:pt x="3424529" y="12700"/>
                  </a:lnTo>
                  <a:lnTo>
                    <a:pt x="3437648" y="25400"/>
                  </a:lnTo>
                  <a:close/>
                </a:path>
                <a:path w="3818890" h="3289300">
                  <a:moveTo>
                    <a:pt x="3463442" y="38100"/>
                  </a:moveTo>
                  <a:lnTo>
                    <a:pt x="355447" y="38100"/>
                  </a:lnTo>
                  <a:lnTo>
                    <a:pt x="368274" y="25400"/>
                  </a:lnTo>
                  <a:lnTo>
                    <a:pt x="3450615" y="25400"/>
                  </a:lnTo>
                  <a:lnTo>
                    <a:pt x="3463442" y="38100"/>
                  </a:lnTo>
                  <a:close/>
                </a:path>
                <a:path w="3818890" h="3289300">
                  <a:moveTo>
                    <a:pt x="442849" y="50800"/>
                  </a:moveTo>
                  <a:lnTo>
                    <a:pt x="317906" y="50800"/>
                  </a:lnTo>
                  <a:lnTo>
                    <a:pt x="330263" y="38100"/>
                  </a:lnTo>
                  <a:lnTo>
                    <a:pt x="456031" y="38100"/>
                  </a:lnTo>
                  <a:lnTo>
                    <a:pt x="442849" y="50800"/>
                  </a:lnTo>
                  <a:close/>
                </a:path>
                <a:path w="3818890" h="3289300">
                  <a:moveTo>
                    <a:pt x="3500983" y="50800"/>
                  </a:moveTo>
                  <a:lnTo>
                    <a:pt x="3376041" y="50800"/>
                  </a:lnTo>
                  <a:lnTo>
                    <a:pt x="3362858" y="38100"/>
                  </a:lnTo>
                  <a:lnTo>
                    <a:pt x="3488626" y="38100"/>
                  </a:lnTo>
                  <a:lnTo>
                    <a:pt x="3500983" y="50800"/>
                  </a:lnTo>
                  <a:close/>
                </a:path>
                <a:path w="3818890" h="3289300">
                  <a:moveTo>
                    <a:pt x="393230" y="63500"/>
                  </a:moveTo>
                  <a:lnTo>
                    <a:pt x="293712" y="63500"/>
                  </a:lnTo>
                  <a:lnTo>
                    <a:pt x="305727" y="50800"/>
                  </a:lnTo>
                  <a:lnTo>
                    <a:pt x="405891" y="50800"/>
                  </a:lnTo>
                  <a:lnTo>
                    <a:pt x="393230" y="63500"/>
                  </a:lnTo>
                  <a:close/>
                </a:path>
                <a:path w="3818890" h="3289300">
                  <a:moveTo>
                    <a:pt x="3525177" y="63500"/>
                  </a:moveTo>
                  <a:lnTo>
                    <a:pt x="3425659" y="63500"/>
                  </a:lnTo>
                  <a:lnTo>
                    <a:pt x="3412998" y="50800"/>
                  </a:lnTo>
                  <a:lnTo>
                    <a:pt x="3513162" y="50800"/>
                  </a:lnTo>
                  <a:lnTo>
                    <a:pt x="3525177" y="63500"/>
                  </a:lnTo>
                  <a:close/>
                </a:path>
                <a:path w="3818890" h="3289300">
                  <a:moveTo>
                    <a:pt x="357403" y="76200"/>
                  </a:moveTo>
                  <a:lnTo>
                    <a:pt x="270205" y="76200"/>
                  </a:lnTo>
                  <a:lnTo>
                    <a:pt x="281863" y="63500"/>
                  </a:lnTo>
                  <a:lnTo>
                    <a:pt x="369646" y="63500"/>
                  </a:lnTo>
                  <a:lnTo>
                    <a:pt x="357403" y="76200"/>
                  </a:lnTo>
                  <a:close/>
                </a:path>
                <a:path w="3818890" h="3289300">
                  <a:moveTo>
                    <a:pt x="3548684" y="76200"/>
                  </a:moveTo>
                  <a:lnTo>
                    <a:pt x="3461486" y="76200"/>
                  </a:lnTo>
                  <a:lnTo>
                    <a:pt x="3449243" y="63500"/>
                  </a:lnTo>
                  <a:lnTo>
                    <a:pt x="3537026" y="63500"/>
                  </a:lnTo>
                  <a:lnTo>
                    <a:pt x="3548684" y="76200"/>
                  </a:lnTo>
                  <a:close/>
                </a:path>
                <a:path w="3818890" h="3289300">
                  <a:moveTo>
                    <a:pt x="300659" y="101600"/>
                  </a:moveTo>
                  <a:lnTo>
                    <a:pt x="236334" y="101600"/>
                  </a:lnTo>
                  <a:lnTo>
                    <a:pt x="247434" y="88900"/>
                  </a:lnTo>
                  <a:lnTo>
                    <a:pt x="258724" y="76200"/>
                  </a:lnTo>
                  <a:lnTo>
                    <a:pt x="346176" y="76200"/>
                  </a:lnTo>
                  <a:lnTo>
                    <a:pt x="334238" y="88900"/>
                  </a:lnTo>
                  <a:lnTo>
                    <a:pt x="312102" y="88900"/>
                  </a:lnTo>
                  <a:lnTo>
                    <a:pt x="300659" y="101600"/>
                  </a:lnTo>
                  <a:close/>
                </a:path>
                <a:path w="3818890" h="3289300">
                  <a:moveTo>
                    <a:pt x="3582555" y="101600"/>
                  </a:moveTo>
                  <a:lnTo>
                    <a:pt x="3518230" y="101600"/>
                  </a:lnTo>
                  <a:lnTo>
                    <a:pt x="3506787" y="88900"/>
                  </a:lnTo>
                  <a:lnTo>
                    <a:pt x="3484651" y="88900"/>
                  </a:lnTo>
                  <a:lnTo>
                    <a:pt x="3472713" y="76200"/>
                  </a:lnTo>
                  <a:lnTo>
                    <a:pt x="3560165" y="76200"/>
                  </a:lnTo>
                  <a:lnTo>
                    <a:pt x="3571455" y="88900"/>
                  </a:lnTo>
                  <a:lnTo>
                    <a:pt x="3582555" y="101600"/>
                  </a:lnTo>
                  <a:close/>
                </a:path>
                <a:path w="3818890" h="3289300">
                  <a:moveTo>
                    <a:pt x="268566" y="127000"/>
                  </a:moveTo>
                  <a:lnTo>
                    <a:pt x="204228" y="127000"/>
                  </a:lnTo>
                  <a:lnTo>
                    <a:pt x="214731" y="114300"/>
                  </a:lnTo>
                  <a:lnTo>
                    <a:pt x="225425" y="101600"/>
                  </a:lnTo>
                  <a:lnTo>
                    <a:pt x="290182" y="101600"/>
                  </a:lnTo>
                  <a:lnTo>
                    <a:pt x="279095" y="114300"/>
                  </a:lnTo>
                  <a:lnTo>
                    <a:pt x="279476" y="114300"/>
                  </a:lnTo>
                  <a:lnTo>
                    <a:pt x="268566" y="127000"/>
                  </a:lnTo>
                  <a:close/>
                </a:path>
                <a:path w="3818890" h="3289300">
                  <a:moveTo>
                    <a:pt x="3614661" y="127000"/>
                  </a:moveTo>
                  <a:lnTo>
                    <a:pt x="3550323" y="127000"/>
                  </a:lnTo>
                  <a:lnTo>
                    <a:pt x="3539413" y="114300"/>
                  </a:lnTo>
                  <a:lnTo>
                    <a:pt x="3539794" y="114300"/>
                  </a:lnTo>
                  <a:lnTo>
                    <a:pt x="3528707" y="101600"/>
                  </a:lnTo>
                  <a:lnTo>
                    <a:pt x="3593465" y="101600"/>
                  </a:lnTo>
                  <a:lnTo>
                    <a:pt x="3604158" y="114300"/>
                  </a:lnTo>
                  <a:lnTo>
                    <a:pt x="3614661" y="127000"/>
                  </a:lnTo>
                  <a:close/>
                </a:path>
                <a:path w="3818890" h="3289300">
                  <a:moveTo>
                    <a:pt x="228307" y="152400"/>
                  </a:moveTo>
                  <a:lnTo>
                    <a:pt x="174015" y="152400"/>
                  </a:lnTo>
                  <a:lnTo>
                    <a:pt x="183870" y="139700"/>
                  </a:lnTo>
                  <a:lnTo>
                    <a:pt x="193941" y="127000"/>
                  </a:lnTo>
                  <a:lnTo>
                    <a:pt x="258597" y="127000"/>
                  </a:lnTo>
                  <a:lnTo>
                    <a:pt x="248069" y="139700"/>
                  </a:lnTo>
                  <a:lnTo>
                    <a:pt x="238455" y="139700"/>
                  </a:lnTo>
                  <a:lnTo>
                    <a:pt x="228307" y="152400"/>
                  </a:lnTo>
                  <a:close/>
                </a:path>
                <a:path w="3818890" h="3289300">
                  <a:moveTo>
                    <a:pt x="3644874" y="152400"/>
                  </a:moveTo>
                  <a:lnTo>
                    <a:pt x="3590582" y="152400"/>
                  </a:lnTo>
                  <a:lnTo>
                    <a:pt x="3580434" y="139700"/>
                  </a:lnTo>
                  <a:lnTo>
                    <a:pt x="3570820" y="139700"/>
                  </a:lnTo>
                  <a:lnTo>
                    <a:pt x="3560292" y="127000"/>
                  </a:lnTo>
                  <a:lnTo>
                    <a:pt x="3624948" y="127000"/>
                  </a:lnTo>
                  <a:lnTo>
                    <a:pt x="3635019" y="139700"/>
                  </a:lnTo>
                  <a:lnTo>
                    <a:pt x="3644874" y="152400"/>
                  </a:lnTo>
                  <a:close/>
                </a:path>
                <a:path w="3818890" h="3289300">
                  <a:moveTo>
                    <a:pt x="173850" y="203200"/>
                  </a:moveTo>
                  <a:lnTo>
                    <a:pt x="128168" y="203200"/>
                  </a:lnTo>
                  <a:lnTo>
                    <a:pt x="136867" y="190500"/>
                  </a:lnTo>
                  <a:lnTo>
                    <a:pt x="145808" y="177800"/>
                  </a:lnTo>
                  <a:lnTo>
                    <a:pt x="154978" y="165100"/>
                  </a:lnTo>
                  <a:lnTo>
                    <a:pt x="164388" y="152400"/>
                  </a:lnTo>
                  <a:lnTo>
                    <a:pt x="228663" y="152400"/>
                  </a:lnTo>
                  <a:lnTo>
                    <a:pt x="218719" y="165100"/>
                  </a:lnTo>
                  <a:lnTo>
                    <a:pt x="209664" y="165100"/>
                  </a:lnTo>
                  <a:lnTo>
                    <a:pt x="200139" y="177800"/>
                  </a:lnTo>
                  <a:lnTo>
                    <a:pt x="200469" y="177800"/>
                  </a:lnTo>
                  <a:lnTo>
                    <a:pt x="191160" y="190500"/>
                  </a:lnTo>
                  <a:lnTo>
                    <a:pt x="182714" y="190500"/>
                  </a:lnTo>
                  <a:lnTo>
                    <a:pt x="173850" y="203200"/>
                  </a:lnTo>
                  <a:close/>
                </a:path>
                <a:path w="3818890" h="3289300">
                  <a:moveTo>
                    <a:pt x="3690721" y="203200"/>
                  </a:moveTo>
                  <a:lnTo>
                    <a:pt x="3645039" y="203200"/>
                  </a:lnTo>
                  <a:lnTo>
                    <a:pt x="3636175" y="190500"/>
                  </a:lnTo>
                  <a:lnTo>
                    <a:pt x="3627729" y="190500"/>
                  </a:lnTo>
                  <a:lnTo>
                    <a:pt x="3618420" y="177800"/>
                  </a:lnTo>
                  <a:lnTo>
                    <a:pt x="3618750" y="177800"/>
                  </a:lnTo>
                  <a:lnTo>
                    <a:pt x="3609225" y="165100"/>
                  </a:lnTo>
                  <a:lnTo>
                    <a:pt x="3600170" y="165100"/>
                  </a:lnTo>
                  <a:lnTo>
                    <a:pt x="3590226" y="152400"/>
                  </a:lnTo>
                  <a:lnTo>
                    <a:pt x="3654501" y="152400"/>
                  </a:lnTo>
                  <a:lnTo>
                    <a:pt x="3663911" y="165100"/>
                  </a:lnTo>
                  <a:lnTo>
                    <a:pt x="3673081" y="177800"/>
                  </a:lnTo>
                  <a:lnTo>
                    <a:pt x="3682022" y="190500"/>
                  </a:lnTo>
                  <a:lnTo>
                    <a:pt x="3690721" y="203200"/>
                  </a:lnTo>
                  <a:close/>
                </a:path>
                <a:path w="3818890" h="3289300">
                  <a:moveTo>
                    <a:pt x="89573" y="330200"/>
                  </a:moveTo>
                  <a:lnTo>
                    <a:pt x="49580" y="330200"/>
                  </a:lnTo>
                  <a:lnTo>
                    <a:pt x="55359" y="317500"/>
                  </a:lnTo>
                  <a:lnTo>
                    <a:pt x="74371" y="279400"/>
                  </a:lnTo>
                  <a:lnTo>
                    <a:pt x="95859" y="241300"/>
                  </a:lnTo>
                  <a:lnTo>
                    <a:pt x="119710" y="203200"/>
                  </a:lnTo>
                  <a:lnTo>
                    <a:pt x="174155" y="203200"/>
                  </a:lnTo>
                  <a:lnTo>
                    <a:pt x="165519" y="215900"/>
                  </a:lnTo>
                  <a:lnTo>
                    <a:pt x="157695" y="215900"/>
                  </a:lnTo>
                  <a:lnTo>
                    <a:pt x="149529" y="228600"/>
                  </a:lnTo>
                  <a:lnTo>
                    <a:pt x="149809" y="228600"/>
                  </a:lnTo>
                  <a:lnTo>
                    <a:pt x="141884" y="241300"/>
                  </a:lnTo>
                  <a:lnTo>
                    <a:pt x="142151" y="241300"/>
                  </a:lnTo>
                  <a:lnTo>
                    <a:pt x="134467" y="254000"/>
                  </a:lnTo>
                  <a:lnTo>
                    <a:pt x="134734" y="254000"/>
                  </a:lnTo>
                  <a:lnTo>
                    <a:pt x="127304" y="266700"/>
                  </a:lnTo>
                  <a:lnTo>
                    <a:pt x="120624" y="266700"/>
                  </a:lnTo>
                  <a:lnTo>
                    <a:pt x="113703" y="279400"/>
                  </a:lnTo>
                  <a:lnTo>
                    <a:pt x="113944" y="279400"/>
                  </a:lnTo>
                  <a:lnTo>
                    <a:pt x="107276" y="292100"/>
                  </a:lnTo>
                  <a:lnTo>
                    <a:pt x="107518" y="292100"/>
                  </a:lnTo>
                  <a:lnTo>
                    <a:pt x="101117" y="304800"/>
                  </a:lnTo>
                  <a:lnTo>
                    <a:pt x="101333" y="304800"/>
                  </a:lnTo>
                  <a:lnTo>
                    <a:pt x="95211" y="317500"/>
                  </a:lnTo>
                  <a:lnTo>
                    <a:pt x="95427" y="317500"/>
                  </a:lnTo>
                  <a:lnTo>
                    <a:pt x="89573" y="330200"/>
                  </a:lnTo>
                  <a:close/>
                </a:path>
                <a:path w="3818890" h="3289300">
                  <a:moveTo>
                    <a:pt x="3769309" y="330200"/>
                  </a:moveTo>
                  <a:lnTo>
                    <a:pt x="3729316" y="330200"/>
                  </a:lnTo>
                  <a:lnTo>
                    <a:pt x="3723462" y="317500"/>
                  </a:lnTo>
                  <a:lnTo>
                    <a:pt x="3723678" y="317500"/>
                  </a:lnTo>
                  <a:lnTo>
                    <a:pt x="3717556" y="304800"/>
                  </a:lnTo>
                  <a:lnTo>
                    <a:pt x="3717772" y="304800"/>
                  </a:lnTo>
                  <a:lnTo>
                    <a:pt x="3711371" y="292100"/>
                  </a:lnTo>
                  <a:lnTo>
                    <a:pt x="3711613" y="292100"/>
                  </a:lnTo>
                  <a:lnTo>
                    <a:pt x="3704945" y="279400"/>
                  </a:lnTo>
                  <a:lnTo>
                    <a:pt x="3705186" y="279400"/>
                  </a:lnTo>
                  <a:lnTo>
                    <a:pt x="3698265" y="266700"/>
                  </a:lnTo>
                  <a:lnTo>
                    <a:pt x="3691585" y="266700"/>
                  </a:lnTo>
                  <a:lnTo>
                    <a:pt x="3684155" y="254000"/>
                  </a:lnTo>
                  <a:lnTo>
                    <a:pt x="3684422" y="254000"/>
                  </a:lnTo>
                  <a:lnTo>
                    <a:pt x="3676738" y="241300"/>
                  </a:lnTo>
                  <a:lnTo>
                    <a:pt x="3677005" y="241300"/>
                  </a:lnTo>
                  <a:lnTo>
                    <a:pt x="3669080" y="228600"/>
                  </a:lnTo>
                  <a:lnTo>
                    <a:pt x="3669360" y="228600"/>
                  </a:lnTo>
                  <a:lnTo>
                    <a:pt x="3661194" y="215900"/>
                  </a:lnTo>
                  <a:lnTo>
                    <a:pt x="3653370" y="215900"/>
                  </a:lnTo>
                  <a:lnTo>
                    <a:pt x="3644734" y="203200"/>
                  </a:lnTo>
                  <a:lnTo>
                    <a:pt x="3699179" y="203200"/>
                  </a:lnTo>
                  <a:lnTo>
                    <a:pt x="3707383" y="215900"/>
                  </a:lnTo>
                  <a:lnTo>
                    <a:pt x="3730459" y="254000"/>
                  </a:lnTo>
                  <a:lnTo>
                    <a:pt x="3751135" y="292100"/>
                  </a:lnTo>
                  <a:lnTo>
                    <a:pt x="3763530" y="317500"/>
                  </a:lnTo>
                  <a:lnTo>
                    <a:pt x="3769309" y="330200"/>
                  </a:lnTo>
                  <a:close/>
                </a:path>
                <a:path w="3818890" h="3289300">
                  <a:moveTo>
                    <a:pt x="157403" y="228600"/>
                  </a:moveTo>
                  <a:lnTo>
                    <a:pt x="157695" y="215900"/>
                  </a:lnTo>
                  <a:lnTo>
                    <a:pt x="165811" y="215900"/>
                  </a:lnTo>
                  <a:lnTo>
                    <a:pt x="157403" y="228600"/>
                  </a:lnTo>
                  <a:close/>
                </a:path>
                <a:path w="3818890" h="3289300">
                  <a:moveTo>
                    <a:pt x="3661486" y="228600"/>
                  </a:moveTo>
                  <a:lnTo>
                    <a:pt x="3653078" y="215900"/>
                  </a:lnTo>
                  <a:lnTo>
                    <a:pt x="3661194" y="215900"/>
                  </a:lnTo>
                  <a:lnTo>
                    <a:pt x="3661486" y="228600"/>
                  </a:lnTo>
                  <a:close/>
                </a:path>
                <a:path w="3818890" h="3289300">
                  <a:moveTo>
                    <a:pt x="120383" y="279400"/>
                  </a:moveTo>
                  <a:lnTo>
                    <a:pt x="120624" y="266700"/>
                  </a:lnTo>
                  <a:lnTo>
                    <a:pt x="127558" y="266700"/>
                  </a:lnTo>
                  <a:lnTo>
                    <a:pt x="120383" y="279400"/>
                  </a:lnTo>
                  <a:close/>
                </a:path>
                <a:path w="3818890" h="3289300">
                  <a:moveTo>
                    <a:pt x="3698506" y="279400"/>
                  </a:moveTo>
                  <a:lnTo>
                    <a:pt x="3691331" y="266700"/>
                  </a:lnTo>
                  <a:lnTo>
                    <a:pt x="3698265" y="266700"/>
                  </a:lnTo>
                  <a:lnTo>
                    <a:pt x="3698506" y="279400"/>
                  </a:lnTo>
                  <a:close/>
                </a:path>
                <a:path w="3818890" h="3289300">
                  <a:moveTo>
                    <a:pt x="113944" y="2997200"/>
                  </a:moveTo>
                  <a:lnTo>
                    <a:pt x="67754" y="2997200"/>
                  </a:lnTo>
                  <a:lnTo>
                    <a:pt x="61404" y="2984500"/>
                  </a:lnTo>
                  <a:lnTo>
                    <a:pt x="44107" y="2946400"/>
                  </a:lnTo>
                  <a:lnTo>
                    <a:pt x="29489" y="2908300"/>
                  </a:lnTo>
                  <a:lnTo>
                    <a:pt x="17665" y="2870200"/>
                  </a:lnTo>
                  <a:lnTo>
                    <a:pt x="14376" y="2844800"/>
                  </a:lnTo>
                  <a:lnTo>
                    <a:pt x="11404" y="2832100"/>
                  </a:lnTo>
                  <a:lnTo>
                    <a:pt x="4508" y="2794000"/>
                  </a:lnTo>
                  <a:lnTo>
                    <a:pt x="723" y="2755900"/>
                  </a:lnTo>
                  <a:lnTo>
                    <a:pt x="0" y="2717800"/>
                  </a:lnTo>
                  <a:lnTo>
                    <a:pt x="0" y="558800"/>
                  </a:lnTo>
                  <a:lnTo>
                    <a:pt x="723" y="520700"/>
                  </a:lnTo>
                  <a:lnTo>
                    <a:pt x="4508" y="482600"/>
                  </a:lnTo>
                  <a:lnTo>
                    <a:pt x="11404" y="444500"/>
                  </a:lnTo>
                  <a:lnTo>
                    <a:pt x="21297" y="406400"/>
                  </a:lnTo>
                  <a:lnTo>
                    <a:pt x="29489" y="381000"/>
                  </a:lnTo>
                  <a:lnTo>
                    <a:pt x="34061" y="355600"/>
                  </a:lnTo>
                  <a:lnTo>
                    <a:pt x="38938" y="342900"/>
                  </a:lnTo>
                  <a:lnTo>
                    <a:pt x="44107" y="330200"/>
                  </a:lnTo>
                  <a:lnTo>
                    <a:pt x="89776" y="330200"/>
                  </a:lnTo>
                  <a:lnTo>
                    <a:pt x="84200" y="342900"/>
                  </a:lnTo>
                  <a:lnTo>
                    <a:pt x="84404" y="342900"/>
                  </a:lnTo>
                  <a:lnTo>
                    <a:pt x="79108" y="355600"/>
                  </a:lnTo>
                  <a:lnTo>
                    <a:pt x="79298" y="355600"/>
                  </a:lnTo>
                  <a:lnTo>
                    <a:pt x="74295" y="368300"/>
                  </a:lnTo>
                  <a:lnTo>
                    <a:pt x="74460" y="368300"/>
                  </a:lnTo>
                  <a:lnTo>
                    <a:pt x="69761" y="381000"/>
                  </a:lnTo>
                  <a:lnTo>
                    <a:pt x="65659" y="381000"/>
                  </a:lnTo>
                  <a:lnTo>
                    <a:pt x="61557" y="393659"/>
                  </a:lnTo>
                  <a:lnTo>
                    <a:pt x="61696" y="393659"/>
                  </a:lnTo>
                  <a:lnTo>
                    <a:pt x="57873" y="406400"/>
                  </a:lnTo>
                  <a:lnTo>
                    <a:pt x="58013" y="406400"/>
                  </a:lnTo>
                  <a:lnTo>
                    <a:pt x="48780" y="444500"/>
                  </a:lnTo>
                  <a:lnTo>
                    <a:pt x="42329" y="482600"/>
                  </a:lnTo>
                  <a:lnTo>
                    <a:pt x="39636" y="520700"/>
                  </a:lnTo>
                  <a:lnTo>
                    <a:pt x="38785" y="533400"/>
                  </a:lnTo>
                  <a:lnTo>
                    <a:pt x="38277" y="546100"/>
                  </a:lnTo>
                  <a:lnTo>
                    <a:pt x="38100" y="558800"/>
                  </a:lnTo>
                  <a:lnTo>
                    <a:pt x="38100" y="2717800"/>
                  </a:lnTo>
                  <a:lnTo>
                    <a:pt x="38773" y="2755900"/>
                  </a:lnTo>
                  <a:lnTo>
                    <a:pt x="42278" y="2794000"/>
                  </a:lnTo>
                  <a:lnTo>
                    <a:pt x="48679" y="2832100"/>
                  </a:lnTo>
                  <a:lnTo>
                    <a:pt x="58013" y="2870200"/>
                  </a:lnTo>
                  <a:lnTo>
                    <a:pt x="57873" y="2870200"/>
                  </a:lnTo>
                  <a:lnTo>
                    <a:pt x="61683" y="2882900"/>
                  </a:lnTo>
                  <a:lnTo>
                    <a:pt x="61544" y="2882900"/>
                  </a:lnTo>
                  <a:lnTo>
                    <a:pt x="65659" y="2895600"/>
                  </a:lnTo>
                  <a:lnTo>
                    <a:pt x="65506" y="2895600"/>
                  </a:lnTo>
                  <a:lnTo>
                    <a:pt x="69913" y="2908300"/>
                  </a:lnTo>
                  <a:lnTo>
                    <a:pt x="69761" y="2908300"/>
                  </a:lnTo>
                  <a:lnTo>
                    <a:pt x="74460" y="2921000"/>
                  </a:lnTo>
                  <a:lnTo>
                    <a:pt x="74295" y="2921000"/>
                  </a:lnTo>
                  <a:lnTo>
                    <a:pt x="79298" y="2933700"/>
                  </a:lnTo>
                  <a:lnTo>
                    <a:pt x="84200" y="2933700"/>
                  </a:lnTo>
                  <a:lnTo>
                    <a:pt x="89776" y="2946400"/>
                  </a:lnTo>
                  <a:lnTo>
                    <a:pt x="89573" y="2946400"/>
                  </a:lnTo>
                  <a:lnTo>
                    <a:pt x="95427" y="2959100"/>
                  </a:lnTo>
                  <a:lnTo>
                    <a:pt x="95211" y="2959100"/>
                  </a:lnTo>
                  <a:lnTo>
                    <a:pt x="101333" y="2971800"/>
                  </a:lnTo>
                  <a:lnTo>
                    <a:pt x="101117" y="2971800"/>
                  </a:lnTo>
                  <a:lnTo>
                    <a:pt x="107518" y="2984500"/>
                  </a:lnTo>
                  <a:lnTo>
                    <a:pt x="107276" y="2984500"/>
                  </a:lnTo>
                  <a:lnTo>
                    <a:pt x="113944" y="2997200"/>
                  </a:lnTo>
                  <a:close/>
                </a:path>
                <a:path w="3818890" h="3289300">
                  <a:moveTo>
                    <a:pt x="3793641" y="393659"/>
                  </a:moveTo>
                  <a:lnTo>
                    <a:pt x="3757332" y="393659"/>
                  </a:lnTo>
                  <a:lnTo>
                    <a:pt x="3753230" y="381000"/>
                  </a:lnTo>
                  <a:lnTo>
                    <a:pt x="3749128" y="381000"/>
                  </a:lnTo>
                  <a:lnTo>
                    <a:pt x="3744429" y="368300"/>
                  </a:lnTo>
                  <a:lnTo>
                    <a:pt x="3744595" y="368300"/>
                  </a:lnTo>
                  <a:lnTo>
                    <a:pt x="3739591" y="355600"/>
                  </a:lnTo>
                  <a:lnTo>
                    <a:pt x="3739781" y="355600"/>
                  </a:lnTo>
                  <a:lnTo>
                    <a:pt x="3734485" y="342900"/>
                  </a:lnTo>
                  <a:lnTo>
                    <a:pt x="3734689" y="342900"/>
                  </a:lnTo>
                  <a:lnTo>
                    <a:pt x="3729113" y="330200"/>
                  </a:lnTo>
                  <a:lnTo>
                    <a:pt x="3774782" y="330200"/>
                  </a:lnTo>
                  <a:lnTo>
                    <a:pt x="3779951" y="342900"/>
                  </a:lnTo>
                  <a:lnTo>
                    <a:pt x="3784828" y="355600"/>
                  </a:lnTo>
                  <a:lnTo>
                    <a:pt x="3789400" y="381000"/>
                  </a:lnTo>
                  <a:lnTo>
                    <a:pt x="3793641" y="393659"/>
                  </a:lnTo>
                  <a:close/>
                </a:path>
                <a:path w="3818890" h="3289300">
                  <a:moveTo>
                    <a:pt x="61696" y="393659"/>
                  </a:moveTo>
                  <a:lnTo>
                    <a:pt x="61557" y="393659"/>
                  </a:lnTo>
                  <a:lnTo>
                    <a:pt x="63430" y="387879"/>
                  </a:lnTo>
                  <a:lnTo>
                    <a:pt x="61696" y="393659"/>
                  </a:lnTo>
                  <a:close/>
                </a:path>
                <a:path w="3818890" h="3289300">
                  <a:moveTo>
                    <a:pt x="3756014" y="2887008"/>
                  </a:moveTo>
                  <a:lnTo>
                    <a:pt x="3767340" y="2844800"/>
                  </a:lnTo>
                  <a:lnTo>
                    <a:pt x="3774732" y="2806700"/>
                  </a:lnTo>
                  <a:lnTo>
                    <a:pt x="3779240" y="2768600"/>
                  </a:lnTo>
                  <a:lnTo>
                    <a:pt x="3780790" y="2717800"/>
                  </a:lnTo>
                  <a:lnTo>
                    <a:pt x="3780790" y="558800"/>
                  </a:lnTo>
                  <a:lnTo>
                    <a:pt x="3780624" y="546100"/>
                  </a:lnTo>
                  <a:lnTo>
                    <a:pt x="3780116" y="533400"/>
                  </a:lnTo>
                  <a:lnTo>
                    <a:pt x="3779278" y="520700"/>
                  </a:lnTo>
                  <a:lnTo>
                    <a:pt x="3778110" y="495300"/>
                  </a:lnTo>
                  <a:lnTo>
                    <a:pt x="3772661" y="457200"/>
                  </a:lnTo>
                  <a:lnTo>
                    <a:pt x="3764381" y="419100"/>
                  </a:lnTo>
                  <a:lnTo>
                    <a:pt x="3755459" y="387879"/>
                  </a:lnTo>
                  <a:lnTo>
                    <a:pt x="3757332" y="393659"/>
                  </a:lnTo>
                  <a:lnTo>
                    <a:pt x="3793642" y="393659"/>
                  </a:lnTo>
                  <a:lnTo>
                    <a:pt x="3797592" y="406400"/>
                  </a:lnTo>
                  <a:lnTo>
                    <a:pt x="3807485" y="444500"/>
                  </a:lnTo>
                  <a:lnTo>
                    <a:pt x="3814381" y="482600"/>
                  </a:lnTo>
                  <a:lnTo>
                    <a:pt x="3818166" y="520700"/>
                  </a:lnTo>
                  <a:lnTo>
                    <a:pt x="3818890" y="558800"/>
                  </a:lnTo>
                  <a:lnTo>
                    <a:pt x="3818890" y="2717800"/>
                  </a:lnTo>
                  <a:lnTo>
                    <a:pt x="3818166" y="2755900"/>
                  </a:lnTo>
                  <a:lnTo>
                    <a:pt x="3814381" y="2794000"/>
                  </a:lnTo>
                  <a:lnTo>
                    <a:pt x="3807485" y="2832100"/>
                  </a:lnTo>
                  <a:lnTo>
                    <a:pt x="3804513" y="2844800"/>
                  </a:lnTo>
                  <a:lnTo>
                    <a:pt x="3801224" y="2870200"/>
                  </a:lnTo>
                  <a:lnTo>
                    <a:pt x="3797592" y="2882900"/>
                  </a:lnTo>
                  <a:lnTo>
                    <a:pt x="3757345" y="2882900"/>
                  </a:lnTo>
                  <a:lnTo>
                    <a:pt x="3756014" y="2887008"/>
                  </a:lnTo>
                  <a:close/>
                </a:path>
                <a:path w="3818890" h="3289300">
                  <a:moveTo>
                    <a:pt x="62916" y="2887008"/>
                  </a:moveTo>
                  <a:lnTo>
                    <a:pt x="61544" y="2882900"/>
                  </a:lnTo>
                  <a:lnTo>
                    <a:pt x="61683" y="2882900"/>
                  </a:lnTo>
                  <a:lnTo>
                    <a:pt x="62916" y="2887008"/>
                  </a:lnTo>
                  <a:close/>
                </a:path>
                <a:path w="3818890" h="3289300">
                  <a:moveTo>
                    <a:pt x="3751135" y="2997200"/>
                  </a:moveTo>
                  <a:lnTo>
                    <a:pt x="3704945" y="2997200"/>
                  </a:lnTo>
                  <a:lnTo>
                    <a:pt x="3711613" y="2984500"/>
                  </a:lnTo>
                  <a:lnTo>
                    <a:pt x="3711371" y="2984500"/>
                  </a:lnTo>
                  <a:lnTo>
                    <a:pt x="3717772" y="2971800"/>
                  </a:lnTo>
                  <a:lnTo>
                    <a:pt x="3717556" y="2971800"/>
                  </a:lnTo>
                  <a:lnTo>
                    <a:pt x="3723678" y="2959100"/>
                  </a:lnTo>
                  <a:lnTo>
                    <a:pt x="3723462" y="2959100"/>
                  </a:lnTo>
                  <a:lnTo>
                    <a:pt x="3729316" y="2946400"/>
                  </a:lnTo>
                  <a:lnTo>
                    <a:pt x="3729113" y="2946400"/>
                  </a:lnTo>
                  <a:lnTo>
                    <a:pt x="3734689" y="2933700"/>
                  </a:lnTo>
                  <a:lnTo>
                    <a:pt x="3739591" y="2933700"/>
                  </a:lnTo>
                  <a:lnTo>
                    <a:pt x="3744595" y="2921000"/>
                  </a:lnTo>
                  <a:lnTo>
                    <a:pt x="3744429" y="2921000"/>
                  </a:lnTo>
                  <a:lnTo>
                    <a:pt x="3749128" y="2908300"/>
                  </a:lnTo>
                  <a:lnTo>
                    <a:pt x="3748976" y="2908300"/>
                  </a:lnTo>
                  <a:lnTo>
                    <a:pt x="3753383" y="2895600"/>
                  </a:lnTo>
                  <a:lnTo>
                    <a:pt x="3753230" y="2895600"/>
                  </a:lnTo>
                  <a:lnTo>
                    <a:pt x="3757345" y="2882900"/>
                  </a:lnTo>
                  <a:lnTo>
                    <a:pt x="3797592" y="2882900"/>
                  </a:lnTo>
                  <a:lnTo>
                    <a:pt x="3793655" y="2895600"/>
                  </a:lnTo>
                  <a:lnTo>
                    <a:pt x="3779951" y="2933700"/>
                  </a:lnTo>
                  <a:lnTo>
                    <a:pt x="3763530" y="2971800"/>
                  </a:lnTo>
                  <a:lnTo>
                    <a:pt x="3757485" y="2984500"/>
                  </a:lnTo>
                  <a:lnTo>
                    <a:pt x="3751135" y="2997200"/>
                  </a:lnTo>
                  <a:close/>
                </a:path>
                <a:path w="3818890" h="3289300">
                  <a:moveTo>
                    <a:pt x="84404" y="2933700"/>
                  </a:moveTo>
                  <a:lnTo>
                    <a:pt x="79298" y="2933700"/>
                  </a:lnTo>
                  <a:lnTo>
                    <a:pt x="79108" y="2921000"/>
                  </a:lnTo>
                  <a:lnTo>
                    <a:pt x="84404" y="2933700"/>
                  </a:lnTo>
                  <a:close/>
                </a:path>
                <a:path w="3818890" h="3289300">
                  <a:moveTo>
                    <a:pt x="3739591" y="2933700"/>
                  </a:moveTo>
                  <a:lnTo>
                    <a:pt x="3734485" y="2933700"/>
                  </a:lnTo>
                  <a:lnTo>
                    <a:pt x="3739781" y="2921000"/>
                  </a:lnTo>
                  <a:lnTo>
                    <a:pt x="3739591" y="2933700"/>
                  </a:lnTo>
                  <a:close/>
                </a:path>
                <a:path w="3818890" h="3289300">
                  <a:moveTo>
                    <a:pt x="182714" y="3086100"/>
                  </a:moveTo>
                  <a:lnTo>
                    <a:pt x="128168" y="3086100"/>
                  </a:lnTo>
                  <a:lnTo>
                    <a:pt x="119710" y="3073400"/>
                  </a:lnTo>
                  <a:lnTo>
                    <a:pt x="95859" y="3035300"/>
                  </a:lnTo>
                  <a:lnTo>
                    <a:pt x="74371" y="2997200"/>
                  </a:lnTo>
                  <a:lnTo>
                    <a:pt x="113703" y="2997200"/>
                  </a:lnTo>
                  <a:lnTo>
                    <a:pt x="120624" y="3009900"/>
                  </a:lnTo>
                  <a:lnTo>
                    <a:pt x="120383" y="3009900"/>
                  </a:lnTo>
                  <a:lnTo>
                    <a:pt x="127558" y="3022600"/>
                  </a:lnTo>
                  <a:lnTo>
                    <a:pt x="134467" y="3022600"/>
                  </a:lnTo>
                  <a:lnTo>
                    <a:pt x="142151" y="3035300"/>
                  </a:lnTo>
                  <a:lnTo>
                    <a:pt x="141884" y="3035300"/>
                  </a:lnTo>
                  <a:lnTo>
                    <a:pt x="149809" y="3048000"/>
                  </a:lnTo>
                  <a:lnTo>
                    <a:pt x="149529" y="3048000"/>
                  </a:lnTo>
                  <a:lnTo>
                    <a:pt x="157695" y="3060700"/>
                  </a:lnTo>
                  <a:lnTo>
                    <a:pt x="165519" y="3060700"/>
                  </a:lnTo>
                  <a:lnTo>
                    <a:pt x="174155" y="3073400"/>
                  </a:lnTo>
                  <a:lnTo>
                    <a:pt x="173850" y="3073400"/>
                  </a:lnTo>
                  <a:lnTo>
                    <a:pt x="182714" y="3086100"/>
                  </a:lnTo>
                  <a:close/>
                </a:path>
                <a:path w="3818890" h="3289300">
                  <a:moveTo>
                    <a:pt x="3690721" y="3086100"/>
                  </a:moveTo>
                  <a:lnTo>
                    <a:pt x="3636175" y="3086100"/>
                  </a:lnTo>
                  <a:lnTo>
                    <a:pt x="3645039" y="3073400"/>
                  </a:lnTo>
                  <a:lnTo>
                    <a:pt x="3644734" y="3073400"/>
                  </a:lnTo>
                  <a:lnTo>
                    <a:pt x="3653370" y="3060700"/>
                  </a:lnTo>
                  <a:lnTo>
                    <a:pt x="3661194" y="3060700"/>
                  </a:lnTo>
                  <a:lnTo>
                    <a:pt x="3669360" y="3048000"/>
                  </a:lnTo>
                  <a:lnTo>
                    <a:pt x="3669080" y="3048000"/>
                  </a:lnTo>
                  <a:lnTo>
                    <a:pt x="3677005" y="3035300"/>
                  </a:lnTo>
                  <a:lnTo>
                    <a:pt x="3676738" y="3035300"/>
                  </a:lnTo>
                  <a:lnTo>
                    <a:pt x="3684422" y="3022600"/>
                  </a:lnTo>
                  <a:lnTo>
                    <a:pt x="3691331" y="3022600"/>
                  </a:lnTo>
                  <a:lnTo>
                    <a:pt x="3698506" y="3009900"/>
                  </a:lnTo>
                  <a:lnTo>
                    <a:pt x="3698265" y="3009900"/>
                  </a:lnTo>
                  <a:lnTo>
                    <a:pt x="3705186" y="2997200"/>
                  </a:lnTo>
                  <a:lnTo>
                    <a:pt x="3744518" y="2997200"/>
                  </a:lnTo>
                  <a:lnTo>
                    <a:pt x="3723030" y="3035300"/>
                  </a:lnTo>
                  <a:lnTo>
                    <a:pt x="3699179" y="3073400"/>
                  </a:lnTo>
                  <a:lnTo>
                    <a:pt x="3690721" y="3086100"/>
                  </a:lnTo>
                  <a:close/>
                </a:path>
                <a:path w="3818890" h="3289300">
                  <a:moveTo>
                    <a:pt x="134734" y="3022600"/>
                  </a:moveTo>
                  <a:lnTo>
                    <a:pt x="127558" y="3022600"/>
                  </a:lnTo>
                  <a:lnTo>
                    <a:pt x="127304" y="3009900"/>
                  </a:lnTo>
                  <a:lnTo>
                    <a:pt x="134734" y="3022600"/>
                  </a:lnTo>
                  <a:close/>
                </a:path>
                <a:path w="3818890" h="3289300">
                  <a:moveTo>
                    <a:pt x="3691331" y="3022600"/>
                  </a:moveTo>
                  <a:lnTo>
                    <a:pt x="3684155" y="3022600"/>
                  </a:lnTo>
                  <a:lnTo>
                    <a:pt x="3691585" y="3009900"/>
                  </a:lnTo>
                  <a:lnTo>
                    <a:pt x="3691331" y="3022600"/>
                  </a:lnTo>
                  <a:close/>
                </a:path>
                <a:path w="3818890" h="3289300">
                  <a:moveTo>
                    <a:pt x="219062" y="3124200"/>
                  </a:moveTo>
                  <a:lnTo>
                    <a:pt x="164388" y="3124200"/>
                  </a:lnTo>
                  <a:lnTo>
                    <a:pt x="154978" y="3111500"/>
                  </a:lnTo>
                  <a:lnTo>
                    <a:pt x="145808" y="3098800"/>
                  </a:lnTo>
                  <a:lnTo>
                    <a:pt x="136867" y="3086100"/>
                  </a:lnTo>
                  <a:lnTo>
                    <a:pt x="182397" y="3086100"/>
                  </a:lnTo>
                  <a:lnTo>
                    <a:pt x="191490" y="3098800"/>
                  </a:lnTo>
                  <a:lnTo>
                    <a:pt x="200139" y="3098800"/>
                  </a:lnTo>
                  <a:lnTo>
                    <a:pt x="209664" y="3111500"/>
                  </a:lnTo>
                  <a:lnTo>
                    <a:pt x="209334" y="3111500"/>
                  </a:lnTo>
                  <a:lnTo>
                    <a:pt x="219062" y="3124200"/>
                  </a:lnTo>
                  <a:close/>
                </a:path>
                <a:path w="3818890" h="3289300">
                  <a:moveTo>
                    <a:pt x="3654501" y="3124200"/>
                  </a:moveTo>
                  <a:lnTo>
                    <a:pt x="3599827" y="3124200"/>
                  </a:lnTo>
                  <a:lnTo>
                    <a:pt x="3609555" y="3111500"/>
                  </a:lnTo>
                  <a:lnTo>
                    <a:pt x="3609225" y="3111500"/>
                  </a:lnTo>
                  <a:lnTo>
                    <a:pt x="3618750" y="3098800"/>
                  </a:lnTo>
                  <a:lnTo>
                    <a:pt x="3627399" y="3098800"/>
                  </a:lnTo>
                  <a:lnTo>
                    <a:pt x="3636492" y="3086100"/>
                  </a:lnTo>
                  <a:lnTo>
                    <a:pt x="3682022" y="3086100"/>
                  </a:lnTo>
                  <a:lnTo>
                    <a:pt x="3673081" y="3098800"/>
                  </a:lnTo>
                  <a:lnTo>
                    <a:pt x="3663911" y="3111500"/>
                  </a:lnTo>
                  <a:lnTo>
                    <a:pt x="3654501" y="3124200"/>
                  </a:lnTo>
                  <a:close/>
                </a:path>
                <a:path w="3818890" h="3289300">
                  <a:moveTo>
                    <a:pt x="268947" y="3162300"/>
                  </a:moveTo>
                  <a:lnTo>
                    <a:pt x="204228" y="3162300"/>
                  </a:lnTo>
                  <a:lnTo>
                    <a:pt x="193941" y="3149600"/>
                  </a:lnTo>
                  <a:lnTo>
                    <a:pt x="183870" y="3136900"/>
                  </a:lnTo>
                  <a:lnTo>
                    <a:pt x="174015" y="3124200"/>
                  </a:lnTo>
                  <a:lnTo>
                    <a:pt x="228307" y="3124200"/>
                  </a:lnTo>
                  <a:lnTo>
                    <a:pt x="238455" y="3136900"/>
                  </a:lnTo>
                  <a:lnTo>
                    <a:pt x="248069" y="3136900"/>
                  </a:lnTo>
                  <a:lnTo>
                    <a:pt x="258597" y="3149600"/>
                  </a:lnTo>
                  <a:lnTo>
                    <a:pt x="258229" y="3149600"/>
                  </a:lnTo>
                  <a:lnTo>
                    <a:pt x="268947" y="3162300"/>
                  </a:lnTo>
                  <a:close/>
                </a:path>
                <a:path w="3818890" h="3289300">
                  <a:moveTo>
                    <a:pt x="3614661" y="3162300"/>
                  </a:moveTo>
                  <a:lnTo>
                    <a:pt x="3549942" y="3162300"/>
                  </a:lnTo>
                  <a:lnTo>
                    <a:pt x="3560660" y="3149600"/>
                  </a:lnTo>
                  <a:lnTo>
                    <a:pt x="3560292" y="3149600"/>
                  </a:lnTo>
                  <a:lnTo>
                    <a:pt x="3570820" y="3136900"/>
                  </a:lnTo>
                  <a:lnTo>
                    <a:pt x="3580434" y="3136900"/>
                  </a:lnTo>
                  <a:lnTo>
                    <a:pt x="3590582" y="3124200"/>
                  </a:lnTo>
                  <a:lnTo>
                    <a:pt x="3644874" y="3124200"/>
                  </a:lnTo>
                  <a:lnTo>
                    <a:pt x="3635019" y="3136900"/>
                  </a:lnTo>
                  <a:lnTo>
                    <a:pt x="3624948" y="3149600"/>
                  </a:lnTo>
                  <a:lnTo>
                    <a:pt x="3614661" y="3162300"/>
                  </a:lnTo>
                  <a:close/>
                </a:path>
                <a:path w="3818890" h="3289300">
                  <a:moveTo>
                    <a:pt x="290182" y="3175000"/>
                  </a:moveTo>
                  <a:lnTo>
                    <a:pt x="225425" y="3175000"/>
                  </a:lnTo>
                  <a:lnTo>
                    <a:pt x="214731" y="3162300"/>
                  </a:lnTo>
                  <a:lnTo>
                    <a:pt x="279095" y="3162300"/>
                  </a:lnTo>
                  <a:lnTo>
                    <a:pt x="290182" y="3175000"/>
                  </a:lnTo>
                  <a:close/>
                </a:path>
                <a:path w="3818890" h="3289300">
                  <a:moveTo>
                    <a:pt x="3593465" y="3175000"/>
                  </a:moveTo>
                  <a:lnTo>
                    <a:pt x="3528707" y="3175000"/>
                  </a:lnTo>
                  <a:lnTo>
                    <a:pt x="3539794" y="3162300"/>
                  </a:lnTo>
                  <a:lnTo>
                    <a:pt x="3604158" y="3162300"/>
                  </a:lnTo>
                  <a:lnTo>
                    <a:pt x="3593465" y="3175000"/>
                  </a:lnTo>
                  <a:close/>
                </a:path>
                <a:path w="3818890" h="3289300">
                  <a:moveTo>
                    <a:pt x="334657" y="3200400"/>
                  </a:moveTo>
                  <a:lnTo>
                    <a:pt x="258724" y="3200400"/>
                  </a:lnTo>
                  <a:lnTo>
                    <a:pt x="247434" y="3187700"/>
                  </a:lnTo>
                  <a:lnTo>
                    <a:pt x="236334" y="3175000"/>
                  </a:lnTo>
                  <a:lnTo>
                    <a:pt x="300659" y="3175000"/>
                  </a:lnTo>
                  <a:lnTo>
                    <a:pt x="312102" y="3187700"/>
                  </a:lnTo>
                  <a:lnTo>
                    <a:pt x="322884" y="3187700"/>
                  </a:lnTo>
                  <a:lnTo>
                    <a:pt x="334657" y="3200400"/>
                  </a:lnTo>
                  <a:close/>
                </a:path>
                <a:path w="3818890" h="3289300">
                  <a:moveTo>
                    <a:pt x="3560165" y="3200400"/>
                  </a:moveTo>
                  <a:lnTo>
                    <a:pt x="3484232" y="3200400"/>
                  </a:lnTo>
                  <a:lnTo>
                    <a:pt x="3496005" y="3187700"/>
                  </a:lnTo>
                  <a:lnTo>
                    <a:pt x="3506787" y="3187700"/>
                  </a:lnTo>
                  <a:lnTo>
                    <a:pt x="3518230" y="3175000"/>
                  </a:lnTo>
                  <a:lnTo>
                    <a:pt x="3582555" y="3175000"/>
                  </a:lnTo>
                  <a:lnTo>
                    <a:pt x="3571455" y="3187700"/>
                  </a:lnTo>
                  <a:lnTo>
                    <a:pt x="3560165" y="3200400"/>
                  </a:lnTo>
                  <a:close/>
                </a:path>
                <a:path w="3818890" h="3289300">
                  <a:moveTo>
                    <a:pt x="369646" y="3213100"/>
                  </a:moveTo>
                  <a:lnTo>
                    <a:pt x="281863" y="3213100"/>
                  </a:lnTo>
                  <a:lnTo>
                    <a:pt x="270205" y="3200400"/>
                  </a:lnTo>
                  <a:lnTo>
                    <a:pt x="357403" y="3200400"/>
                  </a:lnTo>
                  <a:lnTo>
                    <a:pt x="369646" y="3213100"/>
                  </a:lnTo>
                  <a:close/>
                </a:path>
                <a:path w="3818890" h="3289300">
                  <a:moveTo>
                    <a:pt x="3537026" y="3213100"/>
                  </a:moveTo>
                  <a:lnTo>
                    <a:pt x="3449243" y="3213100"/>
                  </a:lnTo>
                  <a:lnTo>
                    <a:pt x="3461486" y="3200400"/>
                  </a:lnTo>
                  <a:lnTo>
                    <a:pt x="3548684" y="3200400"/>
                  </a:lnTo>
                  <a:lnTo>
                    <a:pt x="3537026" y="3213100"/>
                  </a:lnTo>
                  <a:close/>
                </a:path>
                <a:path w="3818890" h="3289300">
                  <a:moveTo>
                    <a:pt x="405891" y="3225800"/>
                  </a:moveTo>
                  <a:lnTo>
                    <a:pt x="305727" y="3225800"/>
                  </a:lnTo>
                  <a:lnTo>
                    <a:pt x="293712" y="3213100"/>
                  </a:lnTo>
                  <a:lnTo>
                    <a:pt x="393230" y="3213100"/>
                  </a:lnTo>
                  <a:lnTo>
                    <a:pt x="405891" y="3225800"/>
                  </a:lnTo>
                  <a:close/>
                </a:path>
                <a:path w="3818890" h="3289300">
                  <a:moveTo>
                    <a:pt x="3513162" y="3225800"/>
                  </a:moveTo>
                  <a:lnTo>
                    <a:pt x="3412998" y="3225800"/>
                  </a:lnTo>
                  <a:lnTo>
                    <a:pt x="3425659" y="3213100"/>
                  </a:lnTo>
                  <a:lnTo>
                    <a:pt x="3525177" y="3213100"/>
                  </a:lnTo>
                  <a:lnTo>
                    <a:pt x="3513162" y="3225800"/>
                  </a:lnTo>
                  <a:close/>
                </a:path>
                <a:path w="3818890" h="3289300">
                  <a:moveTo>
                    <a:pt x="443318" y="3238500"/>
                  </a:moveTo>
                  <a:lnTo>
                    <a:pt x="330263" y="3238500"/>
                  </a:lnTo>
                  <a:lnTo>
                    <a:pt x="317906" y="3225800"/>
                  </a:lnTo>
                  <a:lnTo>
                    <a:pt x="430263" y="3225800"/>
                  </a:lnTo>
                  <a:lnTo>
                    <a:pt x="443318" y="3238500"/>
                  </a:lnTo>
                  <a:close/>
                </a:path>
                <a:path w="3818890" h="3289300">
                  <a:moveTo>
                    <a:pt x="3488626" y="3238500"/>
                  </a:moveTo>
                  <a:lnTo>
                    <a:pt x="3375571" y="3238500"/>
                  </a:lnTo>
                  <a:lnTo>
                    <a:pt x="3388626" y="3225800"/>
                  </a:lnTo>
                  <a:lnTo>
                    <a:pt x="3500983" y="3225800"/>
                  </a:lnTo>
                  <a:lnTo>
                    <a:pt x="3488626" y="3238500"/>
                  </a:lnTo>
                  <a:close/>
                </a:path>
                <a:path w="3818890" h="3289300">
                  <a:moveTo>
                    <a:pt x="521208" y="3251200"/>
                  </a:moveTo>
                  <a:lnTo>
                    <a:pt x="355447" y="3251200"/>
                  </a:lnTo>
                  <a:lnTo>
                    <a:pt x="342773" y="3238500"/>
                  </a:lnTo>
                  <a:lnTo>
                    <a:pt x="507491" y="3238500"/>
                  </a:lnTo>
                  <a:lnTo>
                    <a:pt x="521208" y="3251200"/>
                  </a:lnTo>
                  <a:close/>
                </a:path>
                <a:path w="3818890" h="3289300">
                  <a:moveTo>
                    <a:pt x="3463442" y="3251200"/>
                  </a:moveTo>
                  <a:lnTo>
                    <a:pt x="3297681" y="3251200"/>
                  </a:lnTo>
                  <a:lnTo>
                    <a:pt x="3311398" y="3238500"/>
                  </a:lnTo>
                  <a:lnTo>
                    <a:pt x="3476117" y="3238500"/>
                  </a:lnTo>
                  <a:lnTo>
                    <a:pt x="3463442" y="3251200"/>
                  </a:lnTo>
                  <a:close/>
                </a:path>
                <a:path w="3818890" h="3289300">
                  <a:moveTo>
                    <a:pt x="3424529" y="3263900"/>
                  </a:moveTo>
                  <a:lnTo>
                    <a:pt x="394360" y="3263900"/>
                  </a:lnTo>
                  <a:lnTo>
                    <a:pt x="381241" y="3251200"/>
                  </a:lnTo>
                  <a:lnTo>
                    <a:pt x="3437648" y="3251200"/>
                  </a:lnTo>
                  <a:lnTo>
                    <a:pt x="3424529" y="3263900"/>
                  </a:lnTo>
                  <a:close/>
                </a:path>
                <a:path w="3818890" h="3289300">
                  <a:moveTo>
                    <a:pt x="3384372" y="3276600"/>
                  </a:moveTo>
                  <a:lnTo>
                    <a:pt x="434517" y="3276600"/>
                  </a:lnTo>
                  <a:lnTo>
                    <a:pt x="420992" y="3263900"/>
                  </a:lnTo>
                  <a:lnTo>
                    <a:pt x="3397897" y="3263900"/>
                  </a:lnTo>
                  <a:lnTo>
                    <a:pt x="3384372" y="3276600"/>
                  </a:lnTo>
                  <a:close/>
                </a:path>
                <a:path w="3818890" h="3289300">
                  <a:moveTo>
                    <a:pt x="3300806" y="3289300"/>
                  </a:moveTo>
                  <a:lnTo>
                    <a:pt x="518083" y="3289300"/>
                  </a:lnTo>
                  <a:lnTo>
                    <a:pt x="503885" y="3276600"/>
                  </a:lnTo>
                  <a:lnTo>
                    <a:pt x="3315004" y="3276600"/>
                  </a:lnTo>
                  <a:lnTo>
                    <a:pt x="3300806" y="3289300"/>
                  </a:lnTo>
                  <a:close/>
                </a:path>
              </a:pathLst>
            </a:custGeom>
            <a:solidFill>
              <a:srgbClr val="FF0000"/>
            </a:solidFill>
          </p:spPr>
          <p:txBody>
            <a:bodyPr wrap="square" lIns="0" tIns="0" rIns="0" bIns="0" rtlCol="0"/>
            <a:lstStyle/>
            <a:p>
              <a:endParaRPr/>
            </a:p>
          </p:txBody>
        </p:sp>
      </p:grpSp>
      <p:sp>
        <p:nvSpPr>
          <p:cNvPr id="7" name="object 7"/>
          <p:cNvSpPr txBox="1">
            <a:spLocks noGrp="1"/>
          </p:cNvSpPr>
          <p:nvPr>
            <p:ph type="title"/>
          </p:nvPr>
        </p:nvSpPr>
        <p:spPr>
          <a:xfrm>
            <a:off x="775812" y="818917"/>
            <a:ext cx="5662310" cy="444352"/>
          </a:xfrm>
          <a:prstGeom prst="rect">
            <a:avLst/>
          </a:prstGeom>
        </p:spPr>
        <p:txBody>
          <a:bodyPr vert="horz" wrap="square" lIns="0" tIns="13335" rIns="0" bIns="0" rtlCol="0">
            <a:spAutoFit/>
          </a:bodyPr>
          <a:lstStyle/>
          <a:p>
            <a:pPr marL="12700">
              <a:lnSpc>
                <a:spcPct val="100000"/>
              </a:lnSpc>
              <a:spcBef>
                <a:spcPts val="105"/>
              </a:spcBef>
            </a:pPr>
            <a:r>
              <a:rPr sz="2800" spc="-20" dirty="0"/>
              <a:t>EDU-</a:t>
            </a:r>
            <a:r>
              <a:rPr sz="2800" dirty="0"/>
              <a:t>REVOLUTION</a:t>
            </a:r>
            <a:r>
              <a:rPr sz="2800" spc="-155" dirty="0"/>
              <a:t> </a:t>
            </a:r>
            <a:r>
              <a:rPr sz="2800" spc="-10" dirty="0"/>
              <a:t>INTERFACE</a:t>
            </a:r>
            <a:endParaRPr sz="28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643464" y="149352"/>
            <a:ext cx="8328184" cy="6436360"/>
            <a:chOff x="857952" y="149352"/>
            <a:chExt cx="11104245" cy="6436360"/>
          </a:xfrm>
        </p:grpSpPr>
        <p:pic>
          <p:nvPicPr>
            <p:cNvPr id="3" name="object 3"/>
            <p:cNvPicPr/>
            <p:nvPr/>
          </p:nvPicPr>
          <p:blipFill>
            <a:blip r:embed="rId2" cstate="print"/>
            <a:stretch>
              <a:fillRect/>
            </a:stretch>
          </p:blipFill>
          <p:spPr>
            <a:xfrm>
              <a:off x="5807964" y="571500"/>
              <a:ext cx="6153912" cy="6013704"/>
            </a:xfrm>
            <a:prstGeom prst="rect">
              <a:avLst/>
            </a:prstGeom>
          </p:spPr>
        </p:pic>
        <p:sp>
          <p:nvSpPr>
            <p:cNvPr id="4" name="object 4"/>
            <p:cNvSpPr/>
            <p:nvPr/>
          </p:nvSpPr>
          <p:spPr>
            <a:xfrm>
              <a:off x="5917654" y="4801958"/>
              <a:ext cx="6002020" cy="1536700"/>
            </a:xfrm>
            <a:custGeom>
              <a:avLst/>
              <a:gdLst/>
              <a:ahLst/>
              <a:cxnLst/>
              <a:rect l="l" t="t" r="r" b="b"/>
              <a:pathLst>
                <a:path w="6002020" h="1536700">
                  <a:moveTo>
                    <a:pt x="5818098" y="12700"/>
                  </a:moveTo>
                  <a:lnTo>
                    <a:pt x="183743" y="12700"/>
                  </a:lnTo>
                  <a:lnTo>
                    <a:pt x="190068" y="0"/>
                  </a:lnTo>
                  <a:lnTo>
                    <a:pt x="5811774" y="0"/>
                  </a:lnTo>
                  <a:lnTo>
                    <a:pt x="5818098" y="12700"/>
                  </a:lnTo>
                  <a:close/>
                </a:path>
                <a:path w="6002020" h="1536700">
                  <a:moveTo>
                    <a:pt x="5848642" y="25400"/>
                  </a:moveTo>
                  <a:lnTo>
                    <a:pt x="153200" y="25400"/>
                  </a:lnTo>
                  <a:lnTo>
                    <a:pt x="165188" y="12700"/>
                  </a:lnTo>
                  <a:lnTo>
                    <a:pt x="5836653" y="12700"/>
                  </a:lnTo>
                  <a:lnTo>
                    <a:pt x="5848642" y="25400"/>
                  </a:lnTo>
                  <a:close/>
                </a:path>
                <a:path w="6002020" h="1536700">
                  <a:moveTo>
                    <a:pt x="258305" y="38100"/>
                  </a:moveTo>
                  <a:lnTo>
                    <a:pt x="130187" y="38100"/>
                  </a:lnTo>
                  <a:lnTo>
                    <a:pt x="141528" y="25400"/>
                  </a:lnTo>
                  <a:lnTo>
                    <a:pt x="264756" y="25400"/>
                  </a:lnTo>
                  <a:lnTo>
                    <a:pt x="258305" y="38100"/>
                  </a:lnTo>
                  <a:close/>
                </a:path>
                <a:path w="6002020" h="1536700">
                  <a:moveTo>
                    <a:pt x="5871654" y="38100"/>
                  </a:moveTo>
                  <a:lnTo>
                    <a:pt x="5743536" y="38100"/>
                  </a:lnTo>
                  <a:lnTo>
                    <a:pt x="5737085" y="25400"/>
                  </a:lnTo>
                  <a:lnTo>
                    <a:pt x="5860313" y="25400"/>
                  </a:lnTo>
                  <a:lnTo>
                    <a:pt x="5871654" y="38100"/>
                  </a:lnTo>
                  <a:close/>
                </a:path>
                <a:path w="6002020" h="1536700">
                  <a:moveTo>
                    <a:pt x="190360" y="50800"/>
                  </a:moveTo>
                  <a:lnTo>
                    <a:pt x="108597" y="50800"/>
                  </a:lnTo>
                  <a:lnTo>
                    <a:pt x="119214" y="38100"/>
                  </a:lnTo>
                  <a:lnTo>
                    <a:pt x="196176" y="38100"/>
                  </a:lnTo>
                  <a:lnTo>
                    <a:pt x="190360" y="50800"/>
                  </a:lnTo>
                  <a:close/>
                </a:path>
                <a:path w="6002020" h="1536700">
                  <a:moveTo>
                    <a:pt x="5893244" y="50800"/>
                  </a:moveTo>
                  <a:lnTo>
                    <a:pt x="5811481" y="50800"/>
                  </a:lnTo>
                  <a:lnTo>
                    <a:pt x="5805665" y="38100"/>
                  </a:lnTo>
                  <a:lnTo>
                    <a:pt x="5882627" y="38100"/>
                  </a:lnTo>
                  <a:lnTo>
                    <a:pt x="5893244" y="50800"/>
                  </a:lnTo>
                  <a:close/>
                </a:path>
                <a:path w="6002020" h="1536700">
                  <a:moveTo>
                    <a:pt x="140157" y="76200"/>
                  </a:moveTo>
                  <a:lnTo>
                    <a:pt x="79171" y="76200"/>
                  </a:lnTo>
                  <a:lnTo>
                    <a:pt x="88569" y="63500"/>
                  </a:lnTo>
                  <a:lnTo>
                    <a:pt x="98386" y="50800"/>
                  </a:lnTo>
                  <a:lnTo>
                    <a:pt x="170154" y="50800"/>
                  </a:lnTo>
                  <a:lnTo>
                    <a:pt x="159308" y="63500"/>
                  </a:lnTo>
                  <a:lnTo>
                    <a:pt x="150368" y="63500"/>
                  </a:lnTo>
                  <a:lnTo>
                    <a:pt x="140157" y="76200"/>
                  </a:lnTo>
                  <a:close/>
                </a:path>
                <a:path w="6002020" h="1536700">
                  <a:moveTo>
                    <a:pt x="5922670" y="76200"/>
                  </a:moveTo>
                  <a:lnTo>
                    <a:pt x="5861684" y="76200"/>
                  </a:lnTo>
                  <a:lnTo>
                    <a:pt x="5851474" y="63500"/>
                  </a:lnTo>
                  <a:lnTo>
                    <a:pt x="5842546" y="63500"/>
                  </a:lnTo>
                  <a:lnTo>
                    <a:pt x="5831687" y="50800"/>
                  </a:lnTo>
                  <a:lnTo>
                    <a:pt x="5903455" y="50800"/>
                  </a:lnTo>
                  <a:lnTo>
                    <a:pt x="5913272" y="63500"/>
                  </a:lnTo>
                  <a:lnTo>
                    <a:pt x="5922670" y="76200"/>
                  </a:lnTo>
                  <a:close/>
                </a:path>
                <a:path w="6002020" h="1536700">
                  <a:moveTo>
                    <a:pt x="60718" y="165100"/>
                  </a:moveTo>
                  <a:lnTo>
                    <a:pt x="21183" y="165100"/>
                  </a:lnTo>
                  <a:lnTo>
                    <a:pt x="26606" y="152400"/>
                  </a:lnTo>
                  <a:lnTo>
                    <a:pt x="46139" y="114300"/>
                  </a:lnTo>
                  <a:lnTo>
                    <a:pt x="70218" y="76200"/>
                  </a:lnTo>
                  <a:lnTo>
                    <a:pt x="131787" y="76200"/>
                  </a:lnTo>
                  <a:lnTo>
                    <a:pt x="122275" y="88900"/>
                  </a:lnTo>
                  <a:lnTo>
                    <a:pt x="114528" y="88900"/>
                  </a:lnTo>
                  <a:lnTo>
                    <a:pt x="105790" y="101600"/>
                  </a:lnTo>
                  <a:lnTo>
                    <a:pt x="98717" y="101600"/>
                  </a:lnTo>
                  <a:lnTo>
                    <a:pt x="90805" y="114300"/>
                  </a:lnTo>
                  <a:lnTo>
                    <a:pt x="91389" y="114300"/>
                  </a:lnTo>
                  <a:lnTo>
                    <a:pt x="83921" y="127000"/>
                  </a:lnTo>
                  <a:lnTo>
                    <a:pt x="84467" y="127000"/>
                  </a:lnTo>
                  <a:lnTo>
                    <a:pt x="77444" y="139700"/>
                  </a:lnTo>
                  <a:lnTo>
                    <a:pt x="71894" y="139700"/>
                  </a:lnTo>
                  <a:lnTo>
                    <a:pt x="65836" y="152400"/>
                  </a:lnTo>
                  <a:lnTo>
                    <a:pt x="66281" y="152400"/>
                  </a:lnTo>
                  <a:lnTo>
                    <a:pt x="60718" y="165100"/>
                  </a:lnTo>
                  <a:close/>
                </a:path>
                <a:path w="6002020" h="1536700">
                  <a:moveTo>
                    <a:pt x="5980658" y="165100"/>
                  </a:moveTo>
                  <a:lnTo>
                    <a:pt x="5941123" y="165100"/>
                  </a:lnTo>
                  <a:lnTo>
                    <a:pt x="5935560" y="152400"/>
                  </a:lnTo>
                  <a:lnTo>
                    <a:pt x="5936005" y="152400"/>
                  </a:lnTo>
                  <a:lnTo>
                    <a:pt x="5929947" y="139700"/>
                  </a:lnTo>
                  <a:lnTo>
                    <a:pt x="5924397" y="139700"/>
                  </a:lnTo>
                  <a:lnTo>
                    <a:pt x="5917374" y="127000"/>
                  </a:lnTo>
                  <a:lnTo>
                    <a:pt x="5917920" y="127000"/>
                  </a:lnTo>
                  <a:lnTo>
                    <a:pt x="5910453" y="114300"/>
                  </a:lnTo>
                  <a:lnTo>
                    <a:pt x="5911037" y="114300"/>
                  </a:lnTo>
                  <a:lnTo>
                    <a:pt x="5903125" y="101600"/>
                  </a:lnTo>
                  <a:lnTo>
                    <a:pt x="5896051" y="101600"/>
                  </a:lnTo>
                  <a:lnTo>
                    <a:pt x="5887313" y="88900"/>
                  </a:lnTo>
                  <a:lnTo>
                    <a:pt x="5879566" y="88900"/>
                  </a:lnTo>
                  <a:lnTo>
                    <a:pt x="5870054" y="76200"/>
                  </a:lnTo>
                  <a:lnTo>
                    <a:pt x="5931623" y="76200"/>
                  </a:lnTo>
                  <a:lnTo>
                    <a:pt x="5955703" y="114300"/>
                  </a:lnTo>
                  <a:lnTo>
                    <a:pt x="5975235" y="152400"/>
                  </a:lnTo>
                  <a:lnTo>
                    <a:pt x="5980658" y="165100"/>
                  </a:lnTo>
                  <a:close/>
                </a:path>
                <a:path w="6002020" h="1536700">
                  <a:moveTo>
                    <a:pt x="98107" y="114300"/>
                  </a:moveTo>
                  <a:lnTo>
                    <a:pt x="98717" y="101600"/>
                  </a:lnTo>
                  <a:lnTo>
                    <a:pt x="106425" y="101600"/>
                  </a:lnTo>
                  <a:lnTo>
                    <a:pt x="98107" y="114300"/>
                  </a:lnTo>
                  <a:close/>
                </a:path>
                <a:path w="6002020" h="1536700">
                  <a:moveTo>
                    <a:pt x="5903734" y="114300"/>
                  </a:moveTo>
                  <a:lnTo>
                    <a:pt x="5895403" y="101600"/>
                  </a:lnTo>
                  <a:lnTo>
                    <a:pt x="5903125" y="101600"/>
                  </a:lnTo>
                  <a:lnTo>
                    <a:pt x="5903734" y="114300"/>
                  </a:lnTo>
                  <a:close/>
                </a:path>
                <a:path w="6002020" h="1536700">
                  <a:moveTo>
                    <a:pt x="56095" y="177800"/>
                  </a:moveTo>
                  <a:lnTo>
                    <a:pt x="14135" y="177800"/>
                  </a:lnTo>
                  <a:lnTo>
                    <a:pt x="16370" y="165100"/>
                  </a:lnTo>
                  <a:lnTo>
                    <a:pt x="61125" y="165100"/>
                  </a:lnTo>
                  <a:lnTo>
                    <a:pt x="56095" y="177800"/>
                  </a:lnTo>
                  <a:close/>
                </a:path>
                <a:path w="6002020" h="1536700">
                  <a:moveTo>
                    <a:pt x="5987707" y="177800"/>
                  </a:moveTo>
                  <a:lnTo>
                    <a:pt x="5945758" y="177800"/>
                  </a:lnTo>
                  <a:lnTo>
                    <a:pt x="5940717" y="165100"/>
                  </a:lnTo>
                  <a:lnTo>
                    <a:pt x="5985471" y="165100"/>
                  </a:lnTo>
                  <a:lnTo>
                    <a:pt x="5987707" y="177800"/>
                  </a:lnTo>
                  <a:close/>
                </a:path>
                <a:path w="6002020" h="1536700">
                  <a:moveTo>
                    <a:pt x="50152" y="190500"/>
                  </a:moveTo>
                  <a:lnTo>
                    <a:pt x="10172" y="190500"/>
                  </a:lnTo>
                  <a:lnTo>
                    <a:pt x="12077" y="177800"/>
                  </a:lnTo>
                  <a:lnTo>
                    <a:pt x="52197" y="177800"/>
                  </a:lnTo>
                  <a:lnTo>
                    <a:pt x="50152" y="190500"/>
                  </a:lnTo>
                  <a:close/>
                </a:path>
                <a:path w="6002020" h="1536700">
                  <a:moveTo>
                    <a:pt x="51943" y="190500"/>
                  </a:moveTo>
                  <a:lnTo>
                    <a:pt x="52197" y="177800"/>
                  </a:lnTo>
                  <a:lnTo>
                    <a:pt x="56451" y="177800"/>
                  </a:lnTo>
                  <a:lnTo>
                    <a:pt x="51943" y="190500"/>
                  </a:lnTo>
                  <a:close/>
                </a:path>
                <a:path w="6002020" h="1536700">
                  <a:moveTo>
                    <a:pt x="5949899" y="190500"/>
                  </a:moveTo>
                  <a:lnTo>
                    <a:pt x="5945390" y="177800"/>
                  </a:lnTo>
                  <a:lnTo>
                    <a:pt x="5949645" y="177800"/>
                  </a:lnTo>
                  <a:lnTo>
                    <a:pt x="5949899" y="190500"/>
                  </a:lnTo>
                  <a:close/>
                </a:path>
                <a:path w="6002020" h="1536700">
                  <a:moveTo>
                    <a:pt x="5991669" y="190500"/>
                  </a:moveTo>
                  <a:lnTo>
                    <a:pt x="5951689" y="190500"/>
                  </a:lnTo>
                  <a:lnTo>
                    <a:pt x="5949645" y="177800"/>
                  </a:lnTo>
                  <a:lnTo>
                    <a:pt x="5989764" y="177800"/>
                  </a:lnTo>
                  <a:lnTo>
                    <a:pt x="5991669" y="190500"/>
                  </a:lnTo>
                  <a:close/>
                </a:path>
                <a:path w="6002020" h="1536700">
                  <a:moveTo>
                    <a:pt x="44018" y="215900"/>
                  </a:moveTo>
                  <a:lnTo>
                    <a:pt x="5410" y="215900"/>
                  </a:lnTo>
                  <a:lnTo>
                    <a:pt x="6845" y="203200"/>
                  </a:lnTo>
                  <a:lnTo>
                    <a:pt x="8432" y="190500"/>
                  </a:lnTo>
                  <a:lnTo>
                    <a:pt x="48526" y="190500"/>
                  </a:lnTo>
                  <a:lnTo>
                    <a:pt x="46888" y="203200"/>
                  </a:lnTo>
                  <a:lnTo>
                    <a:pt x="45389" y="203200"/>
                  </a:lnTo>
                  <a:lnTo>
                    <a:pt x="44018" y="215900"/>
                  </a:lnTo>
                  <a:close/>
                </a:path>
                <a:path w="6002020" h="1536700">
                  <a:moveTo>
                    <a:pt x="5996432" y="215900"/>
                  </a:moveTo>
                  <a:lnTo>
                    <a:pt x="5957938" y="215900"/>
                  </a:lnTo>
                  <a:lnTo>
                    <a:pt x="5956566" y="203200"/>
                  </a:lnTo>
                  <a:lnTo>
                    <a:pt x="5955080" y="203200"/>
                  </a:lnTo>
                  <a:lnTo>
                    <a:pt x="5953315" y="190500"/>
                  </a:lnTo>
                  <a:lnTo>
                    <a:pt x="5993409" y="190500"/>
                  </a:lnTo>
                  <a:lnTo>
                    <a:pt x="5994996" y="203200"/>
                  </a:lnTo>
                  <a:lnTo>
                    <a:pt x="5996432" y="215900"/>
                  </a:lnTo>
                  <a:close/>
                </a:path>
                <a:path w="6002020" h="1536700">
                  <a:moveTo>
                    <a:pt x="41681" y="228600"/>
                  </a:moveTo>
                  <a:lnTo>
                    <a:pt x="3022" y="228600"/>
                  </a:lnTo>
                  <a:lnTo>
                    <a:pt x="4140" y="215900"/>
                  </a:lnTo>
                  <a:lnTo>
                    <a:pt x="42786" y="215900"/>
                  </a:lnTo>
                  <a:lnTo>
                    <a:pt x="41681" y="228600"/>
                  </a:lnTo>
                  <a:close/>
                </a:path>
                <a:path w="6002020" h="1536700">
                  <a:moveTo>
                    <a:pt x="5998819" y="228600"/>
                  </a:moveTo>
                  <a:lnTo>
                    <a:pt x="5960237" y="228600"/>
                  </a:lnTo>
                  <a:lnTo>
                    <a:pt x="5959157" y="215900"/>
                  </a:lnTo>
                  <a:lnTo>
                    <a:pt x="5997702" y="215900"/>
                  </a:lnTo>
                  <a:lnTo>
                    <a:pt x="5998819" y="228600"/>
                  </a:lnTo>
                  <a:close/>
                </a:path>
                <a:path w="6002020" h="1536700">
                  <a:moveTo>
                    <a:pt x="39230" y="241300"/>
                  </a:moveTo>
                  <a:lnTo>
                    <a:pt x="1308" y="241300"/>
                  </a:lnTo>
                  <a:lnTo>
                    <a:pt x="2082" y="228600"/>
                  </a:lnTo>
                  <a:lnTo>
                    <a:pt x="39903" y="228600"/>
                  </a:lnTo>
                  <a:lnTo>
                    <a:pt x="39230" y="241300"/>
                  </a:lnTo>
                  <a:close/>
                </a:path>
                <a:path w="6002020" h="1536700">
                  <a:moveTo>
                    <a:pt x="6000534" y="241300"/>
                  </a:moveTo>
                  <a:lnTo>
                    <a:pt x="5962650" y="241300"/>
                  </a:lnTo>
                  <a:lnTo>
                    <a:pt x="5961989" y="228600"/>
                  </a:lnTo>
                  <a:lnTo>
                    <a:pt x="5999759" y="228600"/>
                  </a:lnTo>
                  <a:lnTo>
                    <a:pt x="6000534" y="241300"/>
                  </a:lnTo>
                  <a:close/>
                </a:path>
                <a:path w="6002020" h="1536700">
                  <a:moveTo>
                    <a:pt x="38328" y="254000"/>
                  </a:moveTo>
                  <a:lnTo>
                    <a:pt x="266" y="254000"/>
                  </a:lnTo>
                  <a:lnTo>
                    <a:pt x="698" y="241300"/>
                  </a:lnTo>
                  <a:lnTo>
                    <a:pt x="38709" y="241300"/>
                  </a:lnTo>
                  <a:lnTo>
                    <a:pt x="38328" y="254000"/>
                  </a:lnTo>
                  <a:close/>
                </a:path>
                <a:path w="6002020" h="1536700">
                  <a:moveTo>
                    <a:pt x="6001575" y="254000"/>
                  </a:moveTo>
                  <a:lnTo>
                    <a:pt x="5963539" y="254000"/>
                  </a:lnTo>
                  <a:lnTo>
                    <a:pt x="5963170" y="241300"/>
                  </a:lnTo>
                  <a:lnTo>
                    <a:pt x="6001143" y="241300"/>
                  </a:lnTo>
                  <a:lnTo>
                    <a:pt x="6001575" y="254000"/>
                  </a:lnTo>
                  <a:close/>
                </a:path>
                <a:path w="6002020" h="1536700">
                  <a:moveTo>
                    <a:pt x="38087" y="1282700"/>
                  </a:moveTo>
                  <a:lnTo>
                    <a:pt x="0" y="1282700"/>
                  </a:lnTo>
                  <a:lnTo>
                    <a:pt x="0" y="254000"/>
                  </a:lnTo>
                  <a:lnTo>
                    <a:pt x="38087" y="254000"/>
                  </a:lnTo>
                  <a:lnTo>
                    <a:pt x="38087" y="1282700"/>
                  </a:lnTo>
                  <a:close/>
                </a:path>
                <a:path w="6002020" h="1536700">
                  <a:moveTo>
                    <a:pt x="6001842" y="1282700"/>
                  </a:moveTo>
                  <a:lnTo>
                    <a:pt x="5963754" y="1282700"/>
                  </a:lnTo>
                  <a:lnTo>
                    <a:pt x="5963767" y="254000"/>
                  </a:lnTo>
                  <a:lnTo>
                    <a:pt x="6001842" y="254000"/>
                  </a:lnTo>
                  <a:lnTo>
                    <a:pt x="6001842" y="1282700"/>
                  </a:lnTo>
                  <a:close/>
                </a:path>
                <a:path w="6002020" h="1536700">
                  <a:moveTo>
                    <a:pt x="38303" y="1282700"/>
                  </a:moveTo>
                  <a:lnTo>
                    <a:pt x="38087" y="1282700"/>
                  </a:lnTo>
                  <a:lnTo>
                    <a:pt x="38086" y="1270627"/>
                  </a:lnTo>
                  <a:lnTo>
                    <a:pt x="38303" y="1282700"/>
                  </a:lnTo>
                  <a:close/>
                </a:path>
                <a:path w="6002020" h="1536700">
                  <a:moveTo>
                    <a:pt x="5963754" y="1282700"/>
                  </a:moveTo>
                  <a:lnTo>
                    <a:pt x="5963513" y="1282700"/>
                  </a:lnTo>
                  <a:lnTo>
                    <a:pt x="5963755" y="1270627"/>
                  </a:lnTo>
                  <a:lnTo>
                    <a:pt x="5963754" y="1282700"/>
                  </a:lnTo>
                  <a:close/>
                </a:path>
                <a:path w="6002020" h="1536700">
                  <a:moveTo>
                    <a:pt x="39192" y="1295400"/>
                  </a:moveTo>
                  <a:lnTo>
                    <a:pt x="698" y="1295400"/>
                  </a:lnTo>
                  <a:lnTo>
                    <a:pt x="266" y="1282700"/>
                  </a:lnTo>
                  <a:lnTo>
                    <a:pt x="38671" y="1282700"/>
                  </a:lnTo>
                  <a:lnTo>
                    <a:pt x="39192" y="1295400"/>
                  </a:lnTo>
                  <a:close/>
                </a:path>
                <a:path w="6002020" h="1536700">
                  <a:moveTo>
                    <a:pt x="6001143" y="1295400"/>
                  </a:moveTo>
                  <a:lnTo>
                    <a:pt x="5962611" y="1295400"/>
                  </a:lnTo>
                  <a:lnTo>
                    <a:pt x="5963132" y="1282700"/>
                  </a:lnTo>
                  <a:lnTo>
                    <a:pt x="6001575" y="1282700"/>
                  </a:lnTo>
                  <a:lnTo>
                    <a:pt x="6001143" y="1295400"/>
                  </a:lnTo>
                  <a:close/>
                </a:path>
                <a:path w="6002020" h="1536700">
                  <a:moveTo>
                    <a:pt x="40652" y="1308100"/>
                  </a:moveTo>
                  <a:lnTo>
                    <a:pt x="2082" y="1308100"/>
                  </a:lnTo>
                  <a:lnTo>
                    <a:pt x="1308" y="1295400"/>
                  </a:lnTo>
                  <a:lnTo>
                    <a:pt x="39852" y="1295400"/>
                  </a:lnTo>
                  <a:lnTo>
                    <a:pt x="40652" y="1308100"/>
                  </a:lnTo>
                  <a:close/>
                </a:path>
                <a:path w="6002020" h="1536700">
                  <a:moveTo>
                    <a:pt x="5999759" y="1308100"/>
                  </a:moveTo>
                  <a:lnTo>
                    <a:pt x="5961113" y="1308100"/>
                  </a:lnTo>
                  <a:lnTo>
                    <a:pt x="5961938" y="1295400"/>
                  </a:lnTo>
                  <a:lnTo>
                    <a:pt x="6000534" y="1295400"/>
                  </a:lnTo>
                  <a:lnTo>
                    <a:pt x="5999759" y="1308100"/>
                  </a:lnTo>
                  <a:close/>
                </a:path>
                <a:path w="6002020" h="1536700">
                  <a:moveTo>
                    <a:pt x="42684" y="1320800"/>
                  </a:moveTo>
                  <a:lnTo>
                    <a:pt x="4140" y="1320800"/>
                  </a:lnTo>
                  <a:lnTo>
                    <a:pt x="3022" y="1308100"/>
                  </a:lnTo>
                  <a:lnTo>
                    <a:pt x="41605" y="1308100"/>
                  </a:lnTo>
                  <a:lnTo>
                    <a:pt x="42684" y="1320800"/>
                  </a:lnTo>
                  <a:close/>
                </a:path>
                <a:path w="6002020" h="1536700">
                  <a:moveTo>
                    <a:pt x="5997702" y="1320800"/>
                  </a:moveTo>
                  <a:lnTo>
                    <a:pt x="5959055" y="1320800"/>
                  </a:lnTo>
                  <a:lnTo>
                    <a:pt x="5960160" y="1308100"/>
                  </a:lnTo>
                  <a:lnTo>
                    <a:pt x="5998819" y="1308100"/>
                  </a:lnTo>
                  <a:lnTo>
                    <a:pt x="5997702" y="1320800"/>
                  </a:lnTo>
                  <a:close/>
                </a:path>
                <a:path w="6002020" h="1536700">
                  <a:moveTo>
                    <a:pt x="45275" y="1333500"/>
                  </a:moveTo>
                  <a:lnTo>
                    <a:pt x="6845" y="1333500"/>
                  </a:lnTo>
                  <a:lnTo>
                    <a:pt x="5410" y="1320800"/>
                  </a:lnTo>
                  <a:lnTo>
                    <a:pt x="43903" y="1320800"/>
                  </a:lnTo>
                  <a:lnTo>
                    <a:pt x="45275" y="1333500"/>
                  </a:lnTo>
                  <a:close/>
                </a:path>
                <a:path w="6002020" h="1536700">
                  <a:moveTo>
                    <a:pt x="5994996" y="1333500"/>
                  </a:moveTo>
                  <a:lnTo>
                    <a:pt x="5956452" y="1333500"/>
                  </a:lnTo>
                  <a:lnTo>
                    <a:pt x="5957824" y="1320800"/>
                  </a:lnTo>
                  <a:lnTo>
                    <a:pt x="5996432" y="1320800"/>
                  </a:lnTo>
                  <a:lnTo>
                    <a:pt x="5994996" y="1333500"/>
                  </a:lnTo>
                  <a:close/>
                </a:path>
                <a:path w="6002020" h="1536700">
                  <a:moveTo>
                    <a:pt x="50291" y="1346200"/>
                  </a:moveTo>
                  <a:lnTo>
                    <a:pt x="10172" y="1346200"/>
                  </a:lnTo>
                  <a:lnTo>
                    <a:pt x="8432" y="1333500"/>
                  </a:lnTo>
                  <a:lnTo>
                    <a:pt x="48387" y="1333500"/>
                  </a:lnTo>
                  <a:lnTo>
                    <a:pt x="50291" y="1346200"/>
                  </a:lnTo>
                  <a:close/>
                </a:path>
                <a:path w="6002020" h="1536700">
                  <a:moveTo>
                    <a:pt x="5991669" y="1346200"/>
                  </a:moveTo>
                  <a:lnTo>
                    <a:pt x="5951550" y="1346200"/>
                  </a:lnTo>
                  <a:lnTo>
                    <a:pt x="5953455" y="1333500"/>
                  </a:lnTo>
                  <a:lnTo>
                    <a:pt x="5993409" y="1333500"/>
                  </a:lnTo>
                  <a:lnTo>
                    <a:pt x="5991669" y="1346200"/>
                  </a:lnTo>
                  <a:close/>
                </a:path>
                <a:path w="6002020" h="1536700">
                  <a:moveTo>
                    <a:pt x="56451" y="1358900"/>
                  </a:moveTo>
                  <a:lnTo>
                    <a:pt x="14135" y="1358900"/>
                  </a:lnTo>
                  <a:lnTo>
                    <a:pt x="12077" y="1346200"/>
                  </a:lnTo>
                  <a:lnTo>
                    <a:pt x="51943" y="1346200"/>
                  </a:lnTo>
                  <a:lnTo>
                    <a:pt x="56451" y="1358900"/>
                  </a:lnTo>
                  <a:close/>
                </a:path>
                <a:path w="6002020" h="1536700">
                  <a:moveTo>
                    <a:pt x="5987707" y="1358900"/>
                  </a:moveTo>
                  <a:lnTo>
                    <a:pt x="5945390" y="1358900"/>
                  </a:lnTo>
                  <a:lnTo>
                    <a:pt x="5949899" y="1346200"/>
                  </a:lnTo>
                  <a:lnTo>
                    <a:pt x="5989764" y="1346200"/>
                  </a:lnTo>
                  <a:lnTo>
                    <a:pt x="5987707" y="1358900"/>
                  </a:lnTo>
                  <a:close/>
                </a:path>
                <a:path w="6002020" h="1536700">
                  <a:moveTo>
                    <a:pt x="114528" y="1447800"/>
                  </a:moveTo>
                  <a:lnTo>
                    <a:pt x="61709" y="1447800"/>
                  </a:lnTo>
                  <a:lnTo>
                    <a:pt x="53682" y="1435100"/>
                  </a:lnTo>
                  <a:lnTo>
                    <a:pt x="32575" y="1397000"/>
                  </a:lnTo>
                  <a:lnTo>
                    <a:pt x="16370" y="1358900"/>
                  </a:lnTo>
                  <a:lnTo>
                    <a:pt x="56095" y="1358900"/>
                  </a:lnTo>
                  <a:lnTo>
                    <a:pt x="61125" y="1371600"/>
                  </a:lnTo>
                  <a:lnTo>
                    <a:pt x="60718" y="1371600"/>
                  </a:lnTo>
                  <a:lnTo>
                    <a:pt x="66281" y="1384300"/>
                  </a:lnTo>
                  <a:lnTo>
                    <a:pt x="65836" y="1384300"/>
                  </a:lnTo>
                  <a:lnTo>
                    <a:pt x="71894" y="1397000"/>
                  </a:lnTo>
                  <a:lnTo>
                    <a:pt x="77444" y="1397000"/>
                  </a:lnTo>
                  <a:lnTo>
                    <a:pt x="84467" y="1409700"/>
                  </a:lnTo>
                  <a:lnTo>
                    <a:pt x="83921" y="1409700"/>
                  </a:lnTo>
                  <a:lnTo>
                    <a:pt x="91389" y="1422400"/>
                  </a:lnTo>
                  <a:lnTo>
                    <a:pt x="98107" y="1422400"/>
                  </a:lnTo>
                  <a:lnTo>
                    <a:pt x="106425" y="1435100"/>
                  </a:lnTo>
                  <a:lnTo>
                    <a:pt x="105790" y="1435100"/>
                  </a:lnTo>
                  <a:lnTo>
                    <a:pt x="114528" y="1447800"/>
                  </a:lnTo>
                  <a:close/>
                </a:path>
                <a:path w="6002020" h="1536700">
                  <a:moveTo>
                    <a:pt x="5940132" y="1447800"/>
                  </a:moveTo>
                  <a:lnTo>
                    <a:pt x="5887313" y="1447800"/>
                  </a:lnTo>
                  <a:lnTo>
                    <a:pt x="5896051" y="1435100"/>
                  </a:lnTo>
                  <a:lnTo>
                    <a:pt x="5895403" y="1435100"/>
                  </a:lnTo>
                  <a:lnTo>
                    <a:pt x="5903734" y="1422400"/>
                  </a:lnTo>
                  <a:lnTo>
                    <a:pt x="5910453" y="1422400"/>
                  </a:lnTo>
                  <a:lnTo>
                    <a:pt x="5917920" y="1409700"/>
                  </a:lnTo>
                  <a:lnTo>
                    <a:pt x="5917374" y="1409700"/>
                  </a:lnTo>
                  <a:lnTo>
                    <a:pt x="5924397" y="1397000"/>
                  </a:lnTo>
                  <a:lnTo>
                    <a:pt x="5929947" y="1397000"/>
                  </a:lnTo>
                  <a:lnTo>
                    <a:pt x="5936005" y="1384300"/>
                  </a:lnTo>
                  <a:lnTo>
                    <a:pt x="5935560" y="1384300"/>
                  </a:lnTo>
                  <a:lnTo>
                    <a:pt x="5941123" y="1371600"/>
                  </a:lnTo>
                  <a:lnTo>
                    <a:pt x="5940717" y="1371600"/>
                  </a:lnTo>
                  <a:lnTo>
                    <a:pt x="5945758" y="1358900"/>
                  </a:lnTo>
                  <a:lnTo>
                    <a:pt x="5985471" y="1358900"/>
                  </a:lnTo>
                  <a:lnTo>
                    <a:pt x="5969266" y="1397000"/>
                  </a:lnTo>
                  <a:lnTo>
                    <a:pt x="5948159" y="1435100"/>
                  </a:lnTo>
                  <a:lnTo>
                    <a:pt x="5940132" y="1447800"/>
                  </a:lnTo>
                  <a:close/>
                </a:path>
                <a:path w="6002020" h="1536700">
                  <a:moveTo>
                    <a:pt x="77965" y="1397000"/>
                  </a:moveTo>
                  <a:lnTo>
                    <a:pt x="71894" y="1397000"/>
                  </a:lnTo>
                  <a:lnTo>
                    <a:pt x="71424" y="1384300"/>
                  </a:lnTo>
                  <a:lnTo>
                    <a:pt x="77965" y="1397000"/>
                  </a:lnTo>
                  <a:close/>
                </a:path>
                <a:path w="6002020" h="1536700">
                  <a:moveTo>
                    <a:pt x="5929947" y="1397000"/>
                  </a:moveTo>
                  <a:lnTo>
                    <a:pt x="5923876" y="1397000"/>
                  </a:lnTo>
                  <a:lnTo>
                    <a:pt x="5930417" y="1384300"/>
                  </a:lnTo>
                  <a:lnTo>
                    <a:pt x="5929947" y="1397000"/>
                  </a:lnTo>
                  <a:close/>
                </a:path>
                <a:path w="6002020" h="1536700">
                  <a:moveTo>
                    <a:pt x="150368" y="1473200"/>
                  </a:moveTo>
                  <a:lnTo>
                    <a:pt x="88569" y="1473200"/>
                  </a:lnTo>
                  <a:lnTo>
                    <a:pt x="79171" y="1460500"/>
                  </a:lnTo>
                  <a:lnTo>
                    <a:pt x="70218" y="1447800"/>
                  </a:lnTo>
                  <a:lnTo>
                    <a:pt x="122275" y="1447800"/>
                  </a:lnTo>
                  <a:lnTo>
                    <a:pt x="131787" y="1460500"/>
                  </a:lnTo>
                  <a:lnTo>
                    <a:pt x="140157" y="1460500"/>
                  </a:lnTo>
                  <a:lnTo>
                    <a:pt x="150368" y="1473200"/>
                  </a:lnTo>
                  <a:close/>
                </a:path>
                <a:path w="6002020" h="1536700">
                  <a:moveTo>
                    <a:pt x="5913272" y="1473200"/>
                  </a:moveTo>
                  <a:lnTo>
                    <a:pt x="5851474" y="1473200"/>
                  </a:lnTo>
                  <a:lnTo>
                    <a:pt x="5861684" y="1460500"/>
                  </a:lnTo>
                  <a:lnTo>
                    <a:pt x="5870054" y="1460500"/>
                  </a:lnTo>
                  <a:lnTo>
                    <a:pt x="5879566" y="1447800"/>
                  </a:lnTo>
                  <a:lnTo>
                    <a:pt x="5931623" y="1447800"/>
                  </a:lnTo>
                  <a:lnTo>
                    <a:pt x="5922670" y="1460500"/>
                  </a:lnTo>
                  <a:lnTo>
                    <a:pt x="5913272" y="1473200"/>
                  </a:lnTo>
                  <a:close/>
                </a:path>
                <a:path w="6002020" h="1536700">
                  <a:moveTo>
                    <a:pt x="201599" y="1498600"/>
                  </a:moveTo>
                  <a:lnTo>
                    <a:pt x="119214" y="1498600"/>
                  </a:lnTo>
                  <a:lnTo>
                    <a:pt x="108597" y="1485900"/>
                  </a:lnTo>
                  <a:lnTo>
                    <a:pt x="98386" y="1473200"/>
                  </a:lnTo>
                  <a:lnTo>
                    <a:pt x="159308" y="1473200"/>
                  </a:lnTo>
                  <a:lnTo>
                    <a:pt x="170154" y="1485900"/>
                  </a:lnTo>
                  <a:lnTo>
                    <a:pt x="195732" y="1485900"/>
                  </a:lnTo>
                  <a:lnTo>
                    <a:pt x="201599" y="1498600"/>
                  </a:lnTo>
                  <a:close/>
                </a:path>
                <a:path w="6002020" h="1536700">
                  <a:moveTo>
                    <a:pt x="5882627" y="1498600"/>
                  </a:moveTo>
                  <a:lnTo>
                    <a:pt x="5800242" y="1498600"/>
                  </a:lnTo>
                  <a:lnTo>
                    <a:pt x="5806109" y="1485900"/>
                  </a:lnTo>
                  <a:lnTo>
                    <a:pt x="5831687" y="1485900"/>
                  </a:lnTo>
                  <a:lnTo>
                    <a:pt x="5842546" y="1473200"/>
                  </a:lnTo>
                  <a:lnTo>
                    <a:pt x="5903455" y="1473200"/>
                  </a:lnTo>
                  <a:lnTo>
                    <a:pt x="5893244" y="1485900"/>
                  </a:lnTo>
                  <a:lnTo>
                    <a:pt x="5882627" y="1498600"/>
                  </a:lnTo>
                  <a:close/>
                </a:path>
                <a:path w="6002020" h="1536700">
                  <a:moveTo>
                    <a:pt x="5860313" y="1511300"/>
                  </a:moveTo>
                  <a:lnTo>
                    <a:pt x="141528" y="1511300"/>
                  </a:lnTo>
                  <a:lnTo>
                    <a:pt x="130187" y="1498600"/>
                  </a:lnTo>
                  <a:lnTo>
                    <a:pt x="5871654" y="1498600"/>
                  </a:lnTo>
                  <a:lnTo>
                    <a:pt x="5860313" y="1511300"/>
                  </a:lnTo>
                  <a:close/>
                </a:path>
                <a:path w="6002020" h="1536700">
                  <a:moveTo>
                    <a:pt x="5836653" y="1524000"/>
                  </a:moveTo>
                  <a:lnTo>
                    <a:pt x="165188" y="1524000"/>
                  </a:lnTo>
                  <a:lnTo>
                    <a:pt x="153200" y="1511300"/>
                  </a:lnTo>
                  <a:lnTo>
                    <a:pt x="5848642" y="1511300"/>
                  </a:lnTo>
                  <a:lnTo>
                    <a:pt x="5836653" y="1524000"/>
                  </a:lnTo>
                  <a:close/>
                </a:path>
                <a:path w="6002020" h="1536700">
                  <a:moveTo>
                    <a:pt x="5805385" y="1536700"/>
                  </a:moveTo>
                  <a:lnTo>
                    <a:pt x="196456" y="1536700"/>
                  </a:lnTo>
                  <a:lnTo>
                    <a:pt x="190068" y="1524000"/>
                  </a:lnTo>
                  <a:lnTo>
                    <a:pt x="5811774" y="1524000"/>
                  </a:lnTo>
                  <a:lnTo>
                    <a:pt x="5805385" y="1536700"/>
                  </a:lnTo>
                  <a:close/>
                </a:path>
              </a:pathLst>
            </a:custGeom>
            <a:solidFill>
              <a:srgbClr val="FF0000"/>
            </a:solidFill>
          </p:spPr>
          <p:txBody>
            <a:bodyPr wrap="square" lIns="0" tIns="0" rIns="0" bIns="0" rtlCol="0"/>
            <a:lstStyle/>
            <a:p>
              <a:endParaRPr/>
            </a:p>
          </p:txBody>
        </p:sp>
      </p:grpSp>
      <p:sp>
        <p:nvSpPr>
          <p:cNvPr id="5" name="object 5"/>
          <p:cNvSpPr txBox="1"/>
          <p:nvPr/>
        </p:nvSpPr>
        <p:spPr>
          <a:xfrm>
            <a:off x="436063" y="1676763"/>
            <a:ext cx="3152775" cy="1468991"/>
          </a:xfrm>
          <a:prstGeom prst="rect">
            <a:avLst/>
          </a:prstGeom>
        </p:spPr>
        <p:txBody>
          <a:bodyPr vert="horz" wrap="square" lIns="0" tIns="55244" rIns="0" bIns="0" rtlCol="0">
            <a:spAutoFit/>
          </a:bodyPr>
          <a:lstStyle/>
          <a:p>
            <a:pPr marL="12700">
              <a:lnSpc>
                <a:spcPct val="100000"/>
              </a:lnSpc>
              <a:spcBef>
                <a:spcPts val="434"/>
              </a:spcBef>
            </a:pPr>
            <a:r>
              <a:rPr sz="1800" b="1" dirty="0">
                <a:latin typeface="Segoe UI"/>
                <a:cs typeface="Segoe UI"/>
              </a:rPr>
              <a:t>Step</a:t>
            </a:r>
            <a:r>
              <a:rPr sz="1800" b="1" spc="-35" dirty="0">
                <a:latin typeface="Segoe UI"/>
                <a:cs typeface="Segoe UI"/>
              </a:rPr>
              <a:t> </a:t>
            </a:r>
            <a:r>
              <a:rPr sz="1800" b="1" dirty="0">
                <a:latin typeface="Segoe UI"/>
                <a:cs typeface="Segoe UI"/>
              </a:rPr>
              <a:t>3</a:t>
            </a:r>
            <a:r>
              <a:rPr sz="1800" b="1" spc="-35" dirty="0">
                <a:latin typeface="Segoe UI"/>
                <a:cs typeface="Segoe UI"/>
              </a:rPr>
              <a:t> </a:t>
            </a:r>
            <a:r>
              <a:rPr sz="1800" b="1" dirty="0">
                <a:latin typeface="Segoe UI"/>
                <a:cs typeface="Segoe UI"/>
              </a:rPr>
              <a:t>:</a:t>
            </a:r>
            <a:r>
              <a:rPr sz="1800" b="1" spc="-30" dirty="0">
                <a:latin typeface="Segoe UI"/>
                <a:cs typeface="Segoe UI"/>
              </a:rPr>
              <a:t> </a:t>
            </a:r>
            <a:r>
              <a:rPr sz="1800" b="1" dirty="0">
                <a:latin typeface="Segoe UI"/>
                <a:cs typeface="Segoe UI"/>
              </a:rPr>
              <a:t>Read</a:t>
            </a:r>
            <a:r>
              <a:rPr sz="1800" b="1" spc="-30" dirty="0">
                <a:latin typeface="Segoe UI"/>
                <a:cs typeface="Segoe UI"/>
              </a:rPr>
              <a:t> </a:t>
            </a:r>
            <a:r>
              <a:rPr sz="1800" b="1" dirty="0">
                <a:latin typeface="Segoe UI"/>
                <a:cs typeface="Segoe UI"/>
              </a:rPr>
              <a:t>the</a:t>
            </a:r>
            <a:r>
              <a:rPr sz="1800" b="1" spc="-35" dirty="0">
                <a:latin typeface="Segoe UI"/>
                <a:cs typeface="Segoe UI"/>
              </a:rPr>
              <a:t> </a:t>
            </a:r>
            <a:r>
              <a:rPr sz="1800" b="1" dirty="0">
                <a:latin typeface="Segoe UI"/>
                <a:cs typeface="Segoe UI"/>
              </a:rPr>
              <a:t>undertaking</a:t>
            </a:r>
            <a:r>
              <a:rPr sz="1800" b="1" spc="-35" dirty="0">
                <a:latin typeface="Segoe UI"/>
                <a:cs typeface="Segoe UI"/>
              </a:rPr>
              <a:t> </a:t>
            </a:r>
            <a:r>
              <a:rPr sz="1800" b="1" spc="-10" dirty="0">
                <a:latin typeface="Segoe UI"/>
                <a:cs typeface="Segoe UI"/>
              </a:rPr>
              <a:t>carefully</a:t>
            </a:r>
            <a:endParaRPr sz="1800" dirty="0">
              <a:latin typeface="Segoe UI"/>
              <a:cs typeface="Segoe UI"/>
            </a:endParaRPr>
          </a:p>
          <a:p>
            <a:pPr marL="469900" marR="692150">
              <a:lnSpc>
                <a:spcPts val="2230"/>
              </a:lnSpc>
              <a:spcBef>
                <a:spcPts val="80"/>
              </a:spcBef>
            </a:pPr>
            <a:r>
              <a:rPr sz="1600" b="1" dirty="0">
                <a:latin typeface="Segoe UI"/>
                <a:cs typeface="Segoe UI"/>
              </a:rPr>
              <a:t>Click</a:t>
            </a:r>
            <a:r>
              <a:rPr sz="1600" b="1" spc="-10" dirty="0">
                <a:latin typeface="Segoe UI"/>
                <a:cs typeface="Segoe UI"/>
              </a:rPr>
              <a:t> </a:t>
            </a:r>
            <a:r>
              <a:rPr sz="1600" b="1" dirty="0">
                <a:latin typeface="Segoe UI"/>
                <a:cs typeface="Segoe UI"/>
              </a:rPr>
              <a:t>on</a:t>
            </a:r>
            <a:r>
              <a:rPr sz="1600" b="1" spc="-5" dirty="0">
                <a:latin typeface="Segoe UI"/>
                <a:cs typeface="Segoe UI"/>
              </a:rPr>
              <a:t> </a:t>
            </a:r>
            <a:r>
              <a:rPr sz="1600" b="1" dirty="0">
                <a:latin typeface="Segoe UI"/>
                <a:cs typeface="Segoe UI"/>
              </a:rPr>
              <a:t>Accept</a:t>
            </a:r>
            <a:r>
              <a:rPr sz="1600" b="1" spc="-5" dirty="0">
                <a:latin typeface="Segoe UI"/>
                <a:cs typeface="Segoe UI"/>
              </a:rPr>
              <a:t> </a:t>
            </a:r>
            <a:r>
              <a:rPr sz="1600" b="1" dirty="0">
                <a:latin typeface="Segoe UI"/>
                <a:cs typeface="Segoe UI"/>
              </a:rPr>
              <a:t>and</a:t>
            </a:r>
            <a:r>
              <a:rPr sz="1600" b="1" spc="-10" dirty="0">
                <a:latin typeface="Segoe UI"/>
                <a:cs typeface="Segoe UI"/>
              </a:rPr>
              <a:t> </a:t>
            </a:r>
            <a:r>
              <a:rPr sz="1600" b="1" dirty="0">
                <a:latin typeface="Segoe UI"/>
                <a:cs typeface="Segoe UI"/>
              </a:rPr>
              <a:t>continue</a:t>
            </a:r>
            <a:r>
              <a:rPr sz="1600" b="1" spc="-5" dirty="0">
                <a:latin typeface="Segoe UI"/>
                <a:cs typeface="Segoe UI"/>
              </a:rPr>
              <a:t> </a:t>
            </a:r>
            <a:r>
              <a:rPr sz="1600" b="1" spc="-25" dirty="0">
                <a:latin typeface="Segoe UI"/>
                <a:cs typeface="Segoe UI"/>
              </a:rPr>
              <a:t>to </a:t>
            </a:r>
            <a:r>
              <a:rPr sz="1600" b="1" dirty="0">
                <a:latin typeface="Segoe UI"/>
                <a:cs typeface="Segoe UI"/>
              </a:rPr>
              <a:t>see</a:t>
            </a:r>
            <a:r>
              <a:rPr sz="1600" b="1" spc="-5" dirty="0">
                <a:latin typeface="Segoe UI"/>
                <a:cs typeface="Segoe UI"/>
              </a:rPr>
              <a:t> </a:t>
            </a:r>
            <a:r>
              <a:rPr sz="1600" b="1" dirty="0">
                <a:latin typeface="Segoe UI"/>
                <a:cs typeface="Segoe UI"/>
              </a:rPr>
              <a:t>the</a:t>
            </a:r>
            <a:r>
              <a:rPr sz="1600" b="1" spc="-5" dirty="0">
                <a:latin typeface="Segoe UI"/>
                <a:cs typeface="Segoe UI"/>
              </a:rPr>
              <a:t> </a:t>
            </a:r>
            <a:r>
              <a:rPr sz="1600" b="1" dirty="0">
                <a:latin typeface="Segoe UI"/>
                <a:cs typeface="Segoe UI"/>
              </a:rPr>
              <a:t>course</a:t>
            </a:r>
            <a:r>
              <a:rPr sz="1600" b="1" spc="-5" dirty="0">
                <a:latin typeface="Segoe UI"/>
                <a:cs typeface="Segoe UI"/>
              </a:rPr>
              <a:t> </a:t>
            </a:r>
            <a:r>
              <a:rPr sz="1600" b="1" spc="-10" dirty="0">
                <a:latin typeface="Segoe UI"/>
                <a:cs typeface="Segoe UI"/>
              </a:rPr>
              <a:t>list.</a:t>
            </a:r>
            <a:endParaRPr sz="1600" dirty="0">
              <a:latin typeface="Segoe UI"/>
              <a:cs typeface="Segoe UI"/>
            </a:endParaRPr>
          </a:p>
        </p:txBody>
      </p:sp>
      <p:sp>
        <p:nvSpPr>
          <p:cNvPr id="6" name="object 6"/>
          <p:cNvSpPr txBox="1">
            <a:spLocks noGrp="1"/>
          </p:cNvSpPr>
          <p:nvPr>
            <p:ph type="title"/>
          </p:nvPr>
        </p:nvSpPr>
        <p:spPr>
          <a:xfrm>
            <a:off x="428596" y="714356"/>
            <a:ext cx="3965575" cy="506408"/>
          </a:xfrm>
          <a:prstGeom prst="rect">
            <a:avLst/>
          </a:prstGeom>
        </p:spPr>
        <p:txBody>
          <a:bodyPr vert="horz" wrap="square" lIns="0" tIns="196710" rIns="0" bIns="0" rtlCol="0">
            <a:spAutoFit/>
          </a:bodyPr>
          <a:lstStyle/>
          <a:p>
            <a:pPr marL="12700">
              <a:lnSpc>
                <a:spcPct val="100000"/>
              </a:lnSpc>
              <a:spcBef>
                <a:spcPts val="100"/>
              </a:spcBef>
            </a:pPr>
            <a:r>
              <a:rPr sz="2000" spc="-10"/>
              <a:t>EDU-</a:t>
            </a:r>
            <a:r>
              <a:rPr sz="2000"/>
              <a:t>REVOLUTION</a:t>
            </a:r>
            <a:r>
              <a:rPr sz="2000" spc="-125"/>
              <a:t> </a:t>
            </a:r>
            <a:r>
              <a:rPr sz="2000" spc="-10"/>
              <a:t>INTERFACE</a:t>
            </a:r>
            <a:endParaRPr sz="2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object 2"/>
          <p:cNvSpPr txBox="1"/>
          <p:nvPr/>
        </p:nvSpPr>
        <p:spPr>
          <a:xfrm>
            <a:off x="687704" y="883285"/>
            <a:ext cx="5252085" cy="1046440"/>
          </a:xfrm>
          <a:prstGeom prst="rect">
            <a:avLst/>
          </a:prstGeom>
        </p:spPr>
        <p:txBody>
          <a:bodyPr vert="horz" wrap="square" lIns="0" tIns="111760" rIns="0" bIns="0" rtlCol="0">
            <a:spAutoFit/>
          </a:bodyPr>
          <a:lstStyle/>
          <a:p>
            <a:pPr marL="12700">
              <a:lnSpc>
                <a:spcPct val="100000"/>
              </a:lnSpc>
              <a:spcBef>
                <a:spcPts val="880"/>
              </a:spcBef>
            </a:pPr>
            <a:r>
              <a:rPr sz="1800" b="1" dirty="0">
                <a:latin typeface="Segoe UI"/>
                <a:cs typeface="Segoe UI"/>
              </a:rPr>
              <a:t>Step</a:t>
            </a:r>
            <a:r>
              <a:rPr sz="1800" b="1" spc="-65" dirty="0">
                <a:latin typeface="Segoe UI"/>
                <a:cs typeface="Segoe UI"/>
              </a:rPr>
              <a:t> </a:t>
            </a:r>
            <a:r>
              <a:rPr sz="1800" b="1" dirty="0">
                <a:latin typeface="Segoe UI"/>
                <a:cs typeface="Segoe UI"/>
              </a:rPr>
              <a:t>4:</a:t>
            </a:r>
            <a:r>
              <a:rPr sz="1800" b="1" spc="-55" dirty="0">
                <a:latin typeface="Segoe UI"/>
                <a:cs typeface="Segoe UI"/>
              </a:rPr>
              <a:t> </a:t>
            </a:r>
            <a:r>
              <a:rPr sz="1800" b="1" dirty="0">
                <a:latin typeface="Segoe UI"/>
                <a:cs typeface="Segoe UI"/>
              </a:rPr>
              <a:t>Review</a:t>
            </a:r>
            <a:r>
              <a:rPr sz="1800" b="1" spc="-60" dirty="0">
                <a:latin typeface="Segoe UI"/>
                <a:cs typeface="Segoe UI"/>
              </a:rPr>
              <a:t> </a:t>
            </a:r>
            <a:r>
              <a:rPr sz="1800" b="1" dirty="0">
                <a:latin typeface="Segoe UI"/>
                <a:cs typeface="Segoe UI"/>
              </a:rPr>
              <a:t>Expert-Defined</a:t>
            </a:r>
            <a:r>
              <a:rPr sz="1800" b="1" spc="-60" dirty="0">
                <a:latin typeface="Segoe UI"/>
                <a:cs typeface="Segoe UI"/>
              </a:rPr>
              <a:t> </a:t>
            </a:r>
            <a:r>
              <a:rPr sz="1800" b="1" spc="-10" dirty="0">
                <a:latin typeface="Segoe UI"/>
                <a:cs typeface="Segoe UI"/>
              </a:rPr>
              <a:t>Options</a:t>
            </a:r>
            <a:endParaRPr sz="1800">
              <a:latin typeface="Segoe UI"/>
              <a:cs typeface="Segoe UI"/>
            </a:endParaRPr>
          </a:p>
          <a:p>
            <a:pPr marL="12700">
              <a:lnSpc>
                <a:spcPct val="100000"/>
              </a:lnSpc>
              <a:spcBef>
                <a:spcPts val="780"/>
              </a:spcBef>
            </a:pPr>
            <a:r>
              <a:rPr sz="1800" b="1" dirty="0">
                <a:latin typeface="Segoe UI"/>
                <a:cs typeface="Segoe UI"/>
              </a:rPr>
              <a:t>Explore</a:t>
            </a:r>
            <a:r>
              <a:rPr sz="1800" b="1" spc="-40" dirty="0">
                <a:latin typeface="Segoe UI"/>
                <a:cs typeface="Segoe UI"/>
              </a:rPr>
              <a:t> </a:t>
            </a:r>
            <a:r>
              <a:rPr sz="1800" b="1" dirty="0">
                <a:latin typeface="Segoe UI"/>
                <a:cs typeface="Segoe UI"/>
              </a:rPr>
              <a:t>the</a:t>
            </a:r>
            <a:r>
              <a:rPr sz="1800" b="1" spc="-35" dirty="0">
                <a:latin typeface="Segoe UI"/>
                <a:cs typeface="Segoe UI"/>
              </a:rPr>
              <a:t> </a:t>
            </a:r>
            <a:r>
              <a:rPr sz="1800" b="1" dirty="0">
                <a:latin typeface="Segoe UI"/>
                <a:cs typeface="Segoe UI"/>
              </a:rPr>
              <a:t>list</a:t>
            </a:r>
            <a:r>
              <a:rPr sz="1800" b="1" spc="-35" dirty="0">
                <a:latin typeface="Segoe UI"/>
                <a:cs typeface="Segoe UI"/>
              </a:rPr>
              <a:t> </a:t>
            </a:r>
            <a:r>
              <a:rPr sz="1800" b="1" dirty="0">
                <a:latin typeface="Segoe UI"/>
                <a:cs typeface="Segoe UI"/>
              </a:rPr>
              <a:t>of</a:t>
            </a:r>
            <a:r>
              <a:rPr sz="1800" b="1" spc="-35" dirty="0">
                <a:latin typeface="Segoe UI"/>
                <a:cs typeface="Segoe UI"/>
              </a:rPr>
              <a:t> </a:t>
            </a:r>
            <a:r>
              <a:rPr sz="1800" b="1" dirty="0">
                <a:latin typeface="Segoe UI"/>
                <a:cs typeface="Segoe UI"/>
              </a:rPr>
              <a:t>courses</a:t>
            </a:r>
            <a:r>
              <a:rPr sz="1800" b="1" spc="-35" dirty="0">
                <a:latin typeface="Segoe UI"/>
                <a:cs typeface="Segoe UI"/>
              </a:rPr>
              <a:t> </a:t>
            </a:r>
            <a:r>
              <a:rPr sz="1800" b="1" dirty="0">
                <a:latin typeface="Segoe UI"/>
                <a:cs typeface="Segoe UI"/>
              </a:rPr>
              <a:t>in</a:t>
            </a:r>
            <a:r>
              <a:rPr sz="1800" b="1" spc="-35" dirty="0">
                <a:latin typeface="Segoe UI"/>
                <a:cs typeface="Segoe UI"/>
              </a:rPr>
              <a:t> </a:t>
            </a:r>
            <a:r>
              <a:rPr sz="1800" b="1" dirty="0">
                <a:latin typeface="Segoe UI"/>
                <a:cs typeface="Segoe UI"/>
              </a:rPr>
              <a:t>which</a:t>
            </a:r>
            <a:r>
              <a:rPr sz="1800" b="1" spc="-35" dirty="0">
                <a:latin typeface="Segoe UI"/>
                <a:cs typeface="Segoe UI"/>
              </a:rPr>
              <a:t> </a:t>
            </a:r>
            <a:r>
              <a:rPr sz="1800" b="1" dirty="0">
                <a:latin typeface="Segoe UI"/>
                <a:cs typeface="Segoe UI"/>
              </a:rPr>
              <a:t>you</a:t>
            </a:r>
            <a:r>
              <a:rPr sz="1800" b="1" spc="-35" dirty="0">
                <a:latin typeface="Segoe UI"/>
                <a:cs typeface="Segoe UI"/>
              </a:rPr>
              <a:t> </a:t>
            </a:r>
            <a:r>
              <a:rPr sz="1800" b="1" dirty="0">
                <a:latin typeface="Segoe UI"/>
                <a:cs typeface="Segoe UI"/>
              </a:rPr>
              <a:t>can</a:t>
            </a:r>
            <a:r>
              <a:rPr sz="1800" b="1" spc="-35" dirty="0">
                <a:latin typeface="Segoe UI"/>
                <a:cs typeface="Segoe UI"/>
              </a:rPr>
              <a:t> </a:t>
            </a:r>
            <a:r>
              <a:rPr sz="1800" b="1" dirty="0">
                <a:latin typeface="Segoe UI"/>
                <a:cs typeface="Segoe UI"/>
              </a:rPr>
              <a:t>express</a:t>
            </a:r>
            <a:r>
              <a:rPr sz="1800" b="1" spc="-35" dirty="0">
                <a:latin typeface="Segoe UI"/>
                <a:cs typeface="Segoe UI"/>
              </a:rPr>
              <a:t> </a:t>
            </a:r>
            <a:r>
              <a:rPr sz="1800" b="1" dirty="0">
                <a:latin typeface="Segoe UI"/>
                <a:cs typeface="Segoe UI"/>
              </a:rPr>
              <a:t>your</a:t>
            </a:r>
            <a:r>
              <a:rPr sz="1800" b="1" spc="-35" dirty="0">
                <a:latin typeface="Segoe UI"/>
                <a:cs typeface="Segoe UI"/>
              </a:rPr>
              <a:t> </a:t>
            </a:r>
            <a:r>
              <a:rPr sz="1800" b="1" spc="-10" dirty="0">
                <a:latin typeface="Segoe UI"/>
                <a:cs typeface="Segoe UI"/>
              </a:rPr>
              <a:t>interest.</a:t>
            </a:r>
            <a:endParaRPr sz="1800">
              <a:latin typeface="Segoe UI"/>
              <a:cs typeface="Segoe UI"/>
            </a:endParaRPr>
          </a:p>
        </p:txBody>
      </p:sp>
      <p:grpSp>
        <p:nvGrpSpPr>
          <p:cNvPr id="3" name="object 3"/>
          <p:cNvGrpSpPr/>
          <p:nvPr/>
        </p:nvGrpSpPr>
        <p:grpSpPr>
          <a:xfrm>
            <a:off x="628650" y="2467355"/>
            <a:ext cx="7544753" cy="3844290"/>
            <a:chOff x="838200" y="2467355"/>
            <a:chExt cx="10059670" cy="3844290"/>
          </a:xfrm>
        </p:grpSpPr>
        <p:pic>
          <p:nvPicPr>
            <p:cNvPr id="4" name="object 4"/>
            <p:cNvPicPr/>
            <p:nvPr/>
          </p:nvPicPr>
          <p:blipFill>
            <a:blip r:embed="rId3" cstate="print"/>
            <a:stretch>
              <a:fillRect/>
            </a:stretch>
          </p:blipFill>
          <p:spPr>
            <a:xfrm>
              <a:off x="838200" y="2467355"/>
              <a:ext cx="10037064" cy="3832860"/>
            </a:xfrm>
            <a:prstGeom prst="rect">
              <a:avLst/>
            </a:prstGeom>
          </p:spPr>
        </p:pic>
        <p:sp>
          <p:nvSpPr>
            <p:cNvPr id="5" name="object 5"/>
            <p:cNvSpPr/>
            <p:nvPr/>
          </p:nvSpPr>
          <p:spPr>
            <a:xfrm>
              <a:off x="5892253" y="4787353"/>
              <a:ext cx="5005705" cy="1524000"/>
            </a:xfrm>
            <a:custGeom>
              <a:avLst/>
              <a:gdLst/>
              <a:ahLst/>
              <a:cxnLst/>
              <a:rect l="l" t="t" r="r" b="b"/>
              <a:pathLst>
                <a:path w="5005705" h="1524000">
                  <a:moveTo>
                    <a:pt x="4823510" y="12700"/>
                  </a:moveTo>
                  <a:lnTo>
                    <a:pt x="182016" y="12700"/>
                  </a:lnTo>
                  <a:lnTo>
                    <a:pt x="188277" y="0"/>
                  </a:lnTo>
                  <a:lnTo>
                    <a:pt x="4817249" y="0"/>
                  </a:lnTo>
                  <a:lnTo>
                    <a:pt x="4823510" y="12700"/>
                  </a:lnTo>
                  <a:close/>
                </a:path>
                <a:path w="5005705" h="1524000">
                  <a:moveTo>
                    <a:pt x="4853774" y="25400"/>
                  </a:moveTo>
                  <a:lnTo>
                    <a:pt x="151752" y="25400"/>
                  </a:lnTo>
                  <a:lnTo>
                    <a:pt x="163639" y="12700"/>
                  </a:lnTo>
                  <a:lnTo>
                    <a:pt x="4841887" y="12700"/>
                  </a:lnTo>
                  <a:lnTo>
                    <a:pt x="4853774" y="25400"/>
                  </a:lnTo>
                  <a:close/>
                </a:path>
                <a:path w="5005705" h="1524000">
                  <a:moveTo>
                    <a:pt x="255905" y="38100"/>
                  </a:moveTo>
                  <a:lnTo>
                    <a:pt x="128968" y="38100"/>
                  </a:lnTo>
                  <a:lnTo>
                    <a:pt x="140195" y="25400"/>
                  </a:lnTo>
                  <a:lnTo>
                    <a:pt x="262293" y="25400"/>
                  </a:lnTo>
                  <a:lnTo>
                    <a:pt x="255905" y="38100"/>
                  </a:lnTo>
                  <a:close/>
                </a:path>
                <a:path w="5005705" h="1524000">
                  <a:moveTo>
                    <a:pt x="4876558" y="38100"/>
                  </a:moveTo>
                  <a:lnTo>
                    <a:pt x="4749622" y="38100"/>
                  </a:lnTo>
                  <a:lnTo>
                    <a:pt x="4743234" y="25400"/>
                  </a:lnTo>
                  <a:lnTo>
                    <a:pt x="4865331" y="25400"/>
                  </a:lnTo>
                  <a:lnTo>
                    <a:pt x="4876558" y="38100"/>
                  </a:lnTo>
                  <a:close/>
                </a:path>
                <a:path w="5005705" h="1524000">
                  <a:moveTo>
                    <a:pt x="188696" y="50800"/>
                  </a:moveTo>
                  <a:lnTo>
                    <a:pt x="107581" y="50800"/>
                  </a:lnTo>
                  <a:lnTo>
                    <a:pt x="118084" y="38100"/>
                  </a:lnTo>
                  <a:lnTo>
                    <a:pt x="194449" y="38100"/>
                  </a:lnTo>
                  <a:lnTo>
                    <a:pt x="188696" y="50800"/>
                  </a:lnTo>
                  <a:close/>
                </a:path>
                <a:path w="5005705" h="1524000">
                  <a:moveTo>
                    <a:pt x="4897945" y="50800"/>
                  </a:moveTo>
                  <a:lnTo>
                    <a:pt x="4816830" y="50800"/>
                  </a:lnTo>
                  <a:lnTo>
                    <a:pt x="4811077" y="38100"/>
                  </a:lnTo>
                  <a:lnTo>
                    <a:pt x="4887442" y="38100"/>
                  </a:lnTo>
                  <a:lnTo>
                    <a:pt x="4897945" y="50800"/>
                  </a:lnTo>
                  <a:close/>
                </a:path>
                <a:path w="5005705" h="1524000">
                  <a:moveTo>
                    <a:pt x="139039" y="76200"/>
                  </a:moveTo>
                  <a:lnTo>
                    <a:pt x="78422" y="76200"/>
                  </a:lnTo>
                  <a:lnTo>
                    <a:pt x="87731" y="63500"/>
                  </a:lnTo>
                  <a:lnTo>
                    <a:pt x="97459" y="50800"/>
                  </a:lnTo>
                  <a:lnTo>
                    <a:pt x="168706" y="50800"/>
                  </a:lnTo>
                  <a:lnTo>
                    <a:pt x="157975" y="63500"/>
                  </a:lnTo>
                  <a:lnTo>
                    <a:pt x="149136" y="63500"/>
                  </a:lnTo>
                  <a:lnTo>
                    <a:pt x="139039" y="76200"/>
                  </a:lnTo>
                  <a:close/>
                </a:path>
                <a:path w="5005705" h="1524000">
                  <a:moveTo>
                    <a:pt x="4927104" y="76200"/>
                  </a:moveTo>
                  <a:lnTo>
                    <a:pt x="4866487" y="76200"/>
                  </a:lnTo>
                  <a:lnTo>
                    <a:pt x="4856391" y="63500"/>
                  </a:lnTo>
                  <a:lnTo>
                    <a:pt x="4847551" y="63500"/>
                  </a:lnTo>
                  <a:lnTo>
                    <a:pt x="4836820" y="50800"/>
                  </a:lnTo>
                  <a:lnTo>
                    <a:pt x="4908067" y="50800"/>
                  </a:lnTo>
                  <a:lnTo>
                    <a:pt x="4917795" y="63500"/>
                  </a:lnTo>
                  <a:lnTo>
                    <a:pt x="4927104" y="76200"/>
                  </a:lnTo>
                  <a:close/>
                </a:path>
                <a:path w="5005705" h="1524000">
                  <a:moveTo>
                    <a:pt x="71056" y="139700"/>
                  </a:moveTo>
                  <a:lnTo>
                    <a:pt x="32270" y="139700"/>
                  </a:lnTo>
                  <a:lnTo>
                    <a:pt x="38722" y="127000"/>
                  </a:lnTo>
                  <a:lnTo>
                    <a:pt x="45707" y="114300"/>
                  </a:lnTo>
                  <a:lnTo>
                    <a:pt x="53174" y="101600"/>
                  </a:lnTo>
                  <a:lnTo>
                    <a:pt x="61125" y="88900"/>
                  </a:lnTo>
                  <a:lnTo>
                    <a:pt x="69557" y="76200"/>
                  </a:lnTo>
                  <a:lnTo>
                    <a:pt x="130759" y="76200"/>
                  </a:lnTo>
                  <a:lnTo>
                    <a:pt x="121361" y="88900"/>
                  </a:lnTo>
                  <a:lnTo>
                    <a:pt x="113690" y="88900"/>
                  </a:lnTo>
                  <a:lnTo>
                    <a:pt x="105041" y="101600"/>
                  </a:lnTo>
                  <a:lnTo>
                    <a:pt x="98056" y="101600"/>
                  </a:lnTo>
                  <a:lnTo>
                    <a:pt x="90220" y="114300"/>
                  </a:lnTo>
                  <a:lnTo>
                    <a:pt x="90805" y="114300"/>
                  </a:lnTo>
                  <a:lnTo>
                    <a:pt x="83413" y="127000"/>
                  </a:lnTo>
                  <a:lnTo>
                    <a:pt x="77533" y="127000"/>
                  </a:lnTo>
                  <a:lnTo>
                    <a:pt x="71056" y="139700"/>
                  </a:lnTo>
                  <a:close/>
                </a:path>
                <a:path w="5005705" h="1524000">
                  <a:moveTo>
                    <a:pt x="4973256" y="139700"/>
                  </a:moveTo>
                  <a:lnTo>
                    <a:pt x="4934470" y="139700"/>
                  </a:lnTo>
                  <a:lnTo>
                    <a:pt x="4927993" y="127000"/>
                  </a:lnTo>
                  <a:lnTo>
                    <a:pt x="4922113" y="127000"/>
                  </a:lnTo>
                  <a:lnTo>
                    <a:pt x="4914722" y="114300"/>
                  </a:lnTo>
                  <a:lnTo>
                    <a:pt x="4915293" y="114300"/>
                  </a:lnTo>
                  <a:lnTo>
                    <a:pt x="4907470" y="101600"/>
                  </a:lnTo>
                  <a:lnTo>
                    <a:pt x="4900485" y="101600"/>
                  </a:lnTo>
                  <a:lnTo>
                    <a:pt x="4891836" y="88900"/>
                  </a:lnTo>
                  <a:lnTo>
                    <a:pt x="4884166" y="88900"/>
                  </a:lnTo>
                  <a:lnTo>
                    <a:pt x="4874768" y="76200"/>
                  </a:lnTo>
                  <a:lnTo>
                    <a:pt x="4935969" y="76200"/>
                  </a:lnTo>
                  <a:lnTo>
                    <a:pt x="4944402" y="88900"/>
                  </a:lnTo>
                  <a:lnTo>
                    <a:pt x="4952352" y="101600"/>
                  </a:lnTo>
                  <a:lnTo>
                    <a:pt x="4959819" y="114300"/>
                  </a:lnTo>
                  <a:lnTo>
                    <a:pt x="4966792" y="127000"/>
                  </a:lnTo>
                  <a:lnTo>
                    <a:pt x="4973256" y="139700"/>
                  </a:lnTo>
                  <a:close/>
                </a:path>
                <a:path w="5005705" h="1524000">
                  <a:moveTo>
                    <a:pt x="77012" y="139700"/>
                  </a:moveTo>
                  <a:lnTo>
                    <a:pt x="77533" y="127000"/>
                  </a:lnTo>
                  <a:lnTo>
                    <a:pt x="83959" y="127000"/>
                  </a:lnTo>
                  <a:lnTo>
                    <a:pt x="77012" y="139700"/>
                  </a:lnTo>
                  <a:close/>
                </a:path>
                <a:path w="5005705" h="1524000">
                  <a:moveTo>
                    <a:pt x="4928514" y="139700"/>
                  </a:moveTo>
                  <a:lnTo>
                    <a:pt x="4921567" y="127000"/>
                  </a:lnTo>
                  <a:lnTo>
                    <a:pt x="4927993" y="127000"/>
                  </a:lnTo>
                  <a:lnTo>
                    <a:pt x="4928514" y="139700"/>
                  </a:lnTo>
                  <a:close/>
                </a:path>
                <a:path w="5005705" h="1524000">
                  <a:moveTo>
                    <a:pt x="55892" y="177800"/>
                  </a:moveTo>
                  <a:lnTo>
                    <a:pt x="13995" y="177800"/>
                  </a:lnTo>
                  <a:lnTo>
                    <a:pt x="16217" y="165100"/>
                  </a:lnTo>
                  <a:lnTo>
                    <a:pt x="20980" y="152400"/>
                  </a:lnTo>
                  <a:lnTo>
                    <a:pt x="26352" y="139700"/>
                  </a:lnTo>
                  <a:lnTo>
                    <a:pt x="71526" y="139700"/>
                  </a:lnTo>
                  <a:lnTo>
                    <a:pt x="65532" y="152400"/>
                  </a:lnTo>
                  <a:lnTo>
                    <a:pt x="65976" y="152400"/>
                  </a:lnTo>
                  <a:lnTo>
                    <a:pt x="60477" y="165100"/>
                  </a:lnTo>
                  <a:lnTo>
                    <a:pt x="60871" y="165100"/>
                  </a:lnTo>
                  <a:lnTo>
                    <a:pt x="55892" y="177800"/>
                  </a:lnTo>
                  <a:close/>
                </a:path>
                <a:path w="5005705" h="1524000">
                  <a:moveTo>
                    <a:pt x="4991531" y="177800"/>
                  </a:moveTo>
                  <a:lnTo>
                    <a:pt x="4949634" y="177800"/>
                  </a:lnTo>
                  <a:lnTo>
                    <a:pt x="4944643" y="165100"/>
                  </a:lnTo>
                  <a:lnTo>
                    <a:pt x="4945049" y="165100"/>
                  </a:lnTo>
                  <a:lnTo>
                    <a:pt x="4939550" y="152400"/>
                  </a:lnTo>
                  <a:lnTo>
                    <a:pt x="4939995" y="152400"/>
                  </a:lnTo>
                  <a:lnTo>
                    <a:pt x="4934000" y="139700"/>
                  </a:lnTo>
                  <a:lnTo>
                    <a:pt x="4979174" y="139700"/>
                  </a:lnTo>
                  <a:lnTo>
                    <a:pt x="4984546" y="152400"/>
                  </a:lnTo>
                  <a:lnTo>
                    <a:pt x="4989309" y="165100"/>
                  </a:lnTo>
                  <a:lnTo>
                    <a:pt x="4991531" y="177800"/>
                  </a:lnTo>
                  <a:close/>
                </a:path>
                <a:path w="5005705" h="1524000">
                  <a:moveTo>
                    <a:pt x="50012" y="190500"/>
                  </a:moveTo>
                  <a:lnTo>
                    <a:pt x="10083" y="190500"/>
                  </a:lnTo>
                  <a:lnTo>
                    <a:pt x="11963" y="177800"/>
                  </a:lnTo>
                  <a:lnTo>
                    <a:pt x="52044" y="177800"/>
                  </a:lnTo>
                  <a:lnTo>
                    <a:pt x="50012" y="190500"/>
                  </a:lnTo>
                  <a:close/>
                </a:path>
                <a:path w="5005705" h="1524000">
                  <a:moveTo>
                    <a:pt x="4995443" y="190500"/>
                  </a:moveTo>
                  <a:lnTo>
                    <a:pt x="4955514" y="190500"/>
                  </a:lnTo>
                  <a:lnTo>
                    <a:pt x="4953482" y="177800"/>
                  </a:lnTo>
                  <a:lnTo>
                    <a:pt x="4993563" y="177800"/>
                  </a:lnTo>
                  <a:lnTo>
                    <a:pt x="4995443" y="190500"/>
                  </a:lnTo>
                  <a:close/>
                </a:path>
                <a:path w="5005705" h="1524000">
                  <a:moveTo>
                    <a:pt x="46799" y="203200"/>
                  </a:moveTo>
                  <a:lnTo>
                    <a:pt x="6769" y="203200"/>
                  </a:lnTo>
                  <a:lnTo>
                    <a:pt x="8356" y="190500"/>
                  </a:lnTo>
                  <a:lnTo>
                    <a:pt x="48412" y="190500"/>
                  </a:lnTo>
                  <a:lnTo>
                    <a:pt x="46799" y="203200"/>
                  </a:lnTo>
                  <a:close/>
                </a:path>
                <a:path w="5005705" h="1524000">
                  <a:moveTo>
                    <a:pt x="4998758" y="203200"/>
                  </a:moveTo>
                  <a:lnTo>
                    <a:pt x="4958854" y="203200"/>
                  </a:lnTo>
                  <a:lnTo>
                    <a:pt x="4957114" y="190500"/>
                  </a:lnTo>
                  <a:lnTo>
                    <a:pt x="4997170" y="190500"/>
                  </a:lnTo>
                  <a:lnTo>
                    <a:pt x="4998758" y="203200"/>
                  </a:lnTo>
                  <a:close/>
                </a:path>
                <a:path w="5005705" h="1524000">
                  <a:moveTo>
                    <a:pt x="42735" y="215900"/>
                  </a:moveTo>
                  <a:lnTo>
                    <a:pt x="4102" y="215900"/>
                  </a:lnTo>
                  <a:lnTo>
                    <a:pt x="5359" y="203200"/>
                  </a:lnTo>
                  <a:lnTo>
                    <a:pt x="43954" y="203200"/>
                  </a:lnTo>
                  <a:lnTo>
                    <a:pt x="42735" y="215900"/>
                  </a:lnTo>
                  <a:close/>
                </a:path>
                <a:path w="5005705" h="1524000">
                  <a:moveTo>
                    <a:pt x="43840" y="215900"/>
                  </a:moveTo>
                  <a:lnTo>
                    <a:pt x="43954" y="203200"/>
                  </a:lnTo>
                  <a:lnTo>
                    <a:pt x="45313" y="203200"/>
                  </a:lnTo>
                  <a:lnTo>
                    <a:pt x="43840" y="215900"/>
                  </a:lnTo>
                  <a:close/>
                </a:path>
                <a:path w="5005705" h="1524000">
                  <a:moveTo>
                    <a:pt x="4961686" y="215900"/>
                  </a:moveTo>
                  <a:lnTo>
                    <a:pt x="4960340" y="203200"/>
                  </a:lnTo>
                  <a:lnTo>
                    <a:pt x="4961572" y="203200"/>
                  </a:lnTo>
                  <a:lnTo>
                    <a:pt x="4961686" y="215900"/>
                  </a:lnTo>
                  <a:close/>
                </a:path>
                <a:path w="5005705" h="1524000">
                  <a:moveTo>
                    <a:pt x="5001425" y="215900"/>
                  </a:moveTo>
                  <a:lnTo>
                    <a:pt x="4962893" y="215900"/>
                  </a:lnTo>
                  <a:lnTo>
                    <a:pt x="4961572" y="203200"/>
                  </a:lnTo>
                  <a:lnTo>
                    <a:pt x="5000167" y="203200"/>
                  </a:lnTo>
                  <a:lnTo>
                    <a:pt x="5001425" y="215900"/>
                  </a:lnTo>
                  <a:close/>
                </a:path>
                <a:path w="5005705" h="1524000">
                  <a:moveTo>
                    <a:pt x="40690" y="228600"/>
                  </a:moveTo>
                  <a:lnTo>
                    <a:pt x="2057" y="228600"/>
                  </a:lnTo>
                  <a:lnTo>
                    <a:pt x="2997" y="215900"/>
                  </a:lnTo>
                  <a:lnTo>
                    <a:pt x="41643" y="215900"/>
                  </a:lnTo>
                  <a:lnTo>
                    <a:pt x="40690" y="228600"/>
                  </a:lnTo>
                  <a:close/>
                </a:path>
                <a:path w="5005705" h="1524000">
                  <a:moveTo>
                    <a:pt x="5003469" y="228600"/>
                  </a:moveTo>
                  <a:lnTo>
                    <a:pt x="4964899" y="228600"/>
                  </a:lnTo>
                  <a:lnTo>
                    <a:pt x="4963960" y="215900"/>
                  </a:lnTo>
                  <a:lnTo>
                    <a:pt x="5002530" y="215900"/>
                  </a:lnTo>
                  <a:lnTo>
                    <a:pt x="5003469" y="228600"/>
                  </a:lnTo>
                  <a:close/>
                </a:path>
                <a:path w="5005705" h="1524000">
                  <a:moveTo>
                    <a:pt x="38315" y="254000"/>
                  </a:moveTo>
                  <a:lnTo>
                    <a:pt x="253" y="254000"/>
                  </a:lnTo>
                  <a:lnTo>
                    <a:pt x="685" y="241300"/>
                  </a:lnTo>
                  <a:lnTo>
                    <a:pt x="1295" y="228600"/>
                  </a:lnTo>
                  <a:lnTo>
                    <a:pt x="39890" y="228600"/>
                  </a:lnTo>
                  <a:lnTo>
                    <a:pt x="39217" y="241300"/>
                  </a:lnTo>
                  <a:lnTo>
                    <a:pt x="38696" y="241300"/>
                  </a:lnTo>
                  <a:lnTo>
                    <a:pt x="38315" y="254000"/>
                  </a:lnTo>
                  <a:close/>
                </a:path>
                <a:path w="5005705" h="1524000">
                  <a:moveTo>
                    <a:pt x="5005273" y="254000"/>
                  </a:moveTo>
                  <a:lnTo>
                    <a:pt x="4967224" y="254000"/>
                  </a:lnTo>
                  <a:lnTo>
                    <a:pt x="4966868" y="241300"/>
                  </a:lnTo>
                  <a:lnTo>
                    <a:pt x="4966347" y="241300"/>
                  </a:lnTo>
                  <a:lnTo>
                    <a:pt x="4965700" y="228600"/>
                  </a:lnTo>
                  <a:lnTo>
                    <a:pt x="5004231" y="228600"/>
                  </a:lnTo>
                  <a:lnTo>
                    <a:pt x="5004841" y="241300"/>
                  </a:lnTo>
                  <a:lnTo>
                    <a:pt x="5005273" y="254000"/>
                  </a:lnTo>
                  <a:close/>
                </a:path>
                <a:path w="5005705" h="1524000">
                  <a:moveTo>
                    <a:pt x="38087" y="1270000"/>
                  </a:moveTo>
                  <a:lnTo>
                    <a:pt x="0" y="1270000"/>
                  </a:lnTo>
                  <a:lnTo>
                    <a:pt x="0" y="254000"/>
                  </a:lnTo>
                  <a:lnTo>
                    <a:pt x="38087" y="254000"/>
                  </a:lnTo>
                  <a:lnTo>
                    <a:pt x="38087" y="1270000"/>
                  </a:lnTo>
                  <a:close/>
                </a:path>
                <a:path w="5005705" h="1524000">
                  <a:moveTo>
                    <a:pt x="5005527" y="1270000"/>
                  </a:moveTo>
                  <a:lnTo>
                    <a:pt x="4967439" y="1270000"/>
                  </a:lnTo>
                  <a:lnTo>
                    <a:pt x="4967452" y="254000"/>
                  </a:lnTo>
                  <a:lnTo>
                    <a:pt x="5005527" y="254000"/>
                  </a:lnTo>
                  <a:lnTo>
                    <a:pt x="5005527" y="1270000"/>
                  </a:lnTo>
                  <a:close/>
                </a:path>
                <a:path w="5005705" h="1524000">
                  <a:moveTo>
                    <a:pt x="38303" y="1270000"/>
                  </a:moveTo>
                  <a:lnTo>
                    <a:pt x="38087" y="1270000"/>
                  </a:lnTo>
                  <a:lnTo>
                    <a:pt x="38086" y="1257954"/>
                  </a:lnTo>
                  <a:lnTo>
                    <a:pt x="38303" y="1270000"/>
                  </a:lnTo>
                  <a:close/>
                </a:path>
                <a:path w="5005705" h="1524000">
                  <a:moveTo>
                    <a:pt x="4967439" y="1270000"/>
                  </a:moveTo>
                  <a:lnTo>
                    <a:pt x="4967211" y="1270000"/>
                  </a:lnTo>
                  <a:lnTo>
                    <a:pt x="4967440" y="1257954"/>
                  </a:lnTo>
                  <a:lnTo>
                    <a:pt x="4967439" y="1270000"/>
                  </a:lnTo>
                  <a:close/>
                </a:path>
                <a:path w="5005705" h="1524000">
                  <a:moveTo>
                    <a:pt x="39179" y="1282700"/>
                  </a:moveTo>
                  <a:lnTo>
                    <a:pt x="685" y="1282700"/>
                  </a:lnTo>
                  <a:lnTo>
                    <a:pt x="253" y="1270000"/>
                  </a:lnTo>
                  <a:lnTo>
                    <a:pt x="38658" y="1270000"/>
                  </a:lnTo>
                  <a:lnTo>
                    <a:pt x="39179" y="1282700"/>
                  </a:lnTo>
                  <a:close/>
                </a:path>
                <a:path w="5005705" h="1524000">
                  <a:moveTo>
                    <a:pt x="5004841" y="1282700"/>
                  </a:moveTo>
                  <a:lnTo>
                    <a:pt x="4966309" y="1282700"/>
                  </a:lnTo>
                  <a:lnTo>
                    <a:pt x="4966830" y="1270000"/>
                  </a:lnTo>
                  <a:lnTo>
                    <a:pt x="5005273" y="1270000"/>
                  </a:lnTo>
                  <a:lnTo>
                    <a:pt x="5004841" y="1282700"/>
                  </a:lnTo>
                  <a:close/>
                </a:path>
                <a:path w="5005705" h="1524000">
                  <a:moveTo>
                    <a:pt x="40627" y="1295400"/>
                  </a:moveTo>
                  <a:lnTo>
                    <a:pt x="2057" y="1295400"/>
                  </a:lnTo>
                  <a:lnTo>
                    <a:pt x="1295" y="1282700"/>
                  </a:lnTo>
                  <a:lnTo>
                    <a:pt x="39827" y="1282700"/>
                  </a:lnTo>
                  <a:lnTo>
                    <a:pt x="40627" y="1295400"/>
                  </a:lnTo>
                  <a:close/>
                </a:path>
                <a:path w="5005705" h="1524000">
                  <a:moveTo>
                    <a:pt x="5003469" y="1295400"/>
                  </a:moveTo>
                  <a:lnTo>
                    <a:pt x="4964823" y="1295400"/>
                  </a:lnTo>
                  <a:lnTo>
                    <a:pt x="4965636" y="1282700"/>
                  </a:lnTo>
                  <a:lnTo>
                    <a:pt x="5004231" y="1282700"/>
                  </a:lnTo>
                  <a:lnTo>
                    <a:pt x="5003469" y="1295400"/>
                  </a:lnTo>
                  <a:close/>
                </a:path>
                <a:path w="5005705" h="1524000">
                  <a:moveTo>
                    <a:pt x="42633" y="1308100"/>
                  </a:moveTo>
                  <a:lnTo>
                    <a:pt x="4102" y="1308100"/>
                  </a:lnTo>
                  <a:lnTo>
                    <a:pt x="2997" y="1295400"/>
                  </a:lnTo>
                  <a:lnTo>
                    <a:pt x="41554" y="1295400"/>
                  </a:lnTo>
                  <a:lnTo>
                    <a:pt x="42633" y="1308100"/>
                  </a:lnTo>
                  <a:close/>
                </a:path>
                <a:path w="5005705" h="1524000">
                  <a:moveTo>
                    <a:pt x="5001425" y="1308100"/>
                  </a:moveTo>
                  <a:lnTo>
                    <a:pt x="4962791" y="1308100"/>
                  </a:lnTo>
                  <a:lnTo>
                    <a:pt x="4963883" y="1295400"/>
                  </a:lnTo>
                  <a:lnTo>
                    <a:pt x="5002530" y="1295400"/>
                  </a:lnTo>
                  <a:lnTo>
                    <a:pt x="5001425" y="1308100"/>
                  </a:lnTo>
                  <a:close/>
                </a:path>
                <a:path w="5005705" h="1524000">
                  <a:moveTo>
                    <a:pt x="45186" y="1320800"/>
                  </a:moveTo>
                  <a:lnTo>
                    <a:pt x="6769" y="1320800"/>
                  </a:lnTo>
                  <a:lnTo>
                    <a:pt x="5359" y="1308100"/>
                  </a:lnTo>
                  <a:lnTo>
                    <a:pt x="43840" y="1308100"/>
                  </a:lnTo>
                  <a:lnTo>
                    <a:pt x="45186" y="1320800"/>
                  </a:lnTo>
                  <a:close/>
                </a:path>
                <a:path w="5005705" h="1524000">
                  <a:moveTo>
                    <a:pt x="4998758" y="1320800"/>
                  </a:moveTo>
                  <a:lnTo>
                    <a:pt x="4960213" y="1320800"/>
                  </a:lnTo>
                  <a:lnTo>
                    <a:pt x="4961572" y="1308100"/>
                  </a:lnTo>
                  <a:lnTo>
                    <a:pt x="5000167" y="1308100"/>
                  </a:lnTo>
                  <a:lnTo>
                    <a:pt x="4998758" y="1320800"/>
                  </a:lnTo>
                  <a:close/>
                </a:path>
                <a:path w="5005705" h="1524000">
                  <a:moveTo>
                    <a:pt x="50164" y="1333500"/>
                  </a:moveTo>
                  <a:lnTo>
                    <a:pt x="10083" y="1333500"/>
                  </a:lnTo>
                  <a:lnTo>
                    <a:pt x="8356" y="1320800"/>
                  </a:lnTo>
                  <a:lnTo>
                    <a:pt x="48272" y="1320800"/>
                  </a:lnTo>
                  <a:lnTo>
                    <a:pt x="50164" y="1333500"/>
                  </a:lnTo>
                  <a:close/>
                </a:path>
                <a:path w="5005705" h="1524000">
                  <a:moveTo>
                    <a:pt x="4995443" y="1333500"/>
                  </a:moveTo>
                  <a:lnTo>
                    <a:pt x="4955362" y="1333500"/>
                  </a:lnTo>
                  <a:lnTo>
                    <a:pt x="4957254" y="1320800"/>
                  </a:lnTo>
                  <a:lnTo>
                    <a:pt x="4997170" y="1320800"/>
                  </a:lnTo>
                  <a:lnTo>
                    <a:pt x="4995443" y="1333500"/>
                  </a:lnTo>
                  <a:close/>
                </a:path>
                <a:path w="5005705" h="1524000">
                  <a:moveTo>
                    <a:pt x="56248" y="1346200"/>
                  </a:moveTo>
                  <a:lnTo>
                    <a:pt x="13995" y="1346200"/>
                  </a:lnTo>
                  <a:lnTo>
                    <a:pt x="11963" y="1333500"/>
                  </a:lnTo>
                  <a:lnTo>
                    <a:pt x="51790" y="1333500"/>
                  </a:lnTo>
                  <a:lnTo>
                    <a:pt x="56248" y="1346200"/>
                  </a:lnTo>
                  <a:close/>
                </a:path>
                <a:path w="5005705" h="1524000">
                  <a:moveTo>
                    <a:pt x="4991531" y="1346200"/>
                  </a:moveTo>
                  <a:lnTo>
                    <a:pt x="4949278" y="1346200"/>
                  </a:lnTo>
                  <a:lnTo>
                    <a:pt x="4953736" y="1333500"/>
                  </a:lnTo>
                  <a:lnTo>
                    <a:pt x="4993563" y="1333500"/>
                  </a:lnTo>
                  <a:lnTo>
                    <a:pt x="4991531" y="1346200"/>
                  </a:lnTo>
                  <a:close/>
                </a:path>
                <a:path w="5005705" h="1524000">
                  <a:moveTo>
                    <a:pt x="105689" y="1422400"/>
                  </a:moveTo>
                  <a:lnTo>
                    <a:pt x="53174" y="1422400"/>
                  </a:lnTo>
                  <a:lnTo>
                    <a:pt x="45707" y="1409700"/>
                  </a:lnTo>
                  <a:lnTo>
                    <a:pt x="26352" y="1371600"/>
                  </a:lnTo>
                  <a:lnTo>
                    <a:pt x="16217" y="1346200"/>
                  </a:lnTo>
                  <a:lnTo>
                    <a:pt x="55892" y="1346200"/>
                  </a:lnTo>
                  <a:lnTo>
                    <a:pt x="60871" y="1358900"/>
                  </a:lnTo>
                  <a:lnTo>
                    <a:pt x="60477" y="1358900"/>
                  </a:lnTo>
                  <a:lnTo>
                    <a:pt x="65976" y="1371600"/>
                  </a:lnTo>
                  <a:lnTo>
                    <a:pt x="71056" y="1371600"/>
                  </a:lnTo>
                  <a:lnTo>
                    <a:pt x="77533" y="1384300"/>
                  </a:lnTo>
                  <a:lnTo>
                    <a:pt x="77012" y="1384300"/>
                  </a:lnTo>
                  <a:lnTo>
                    <a:pt x="83959" y="1397000"/>
                  </a:lnTo>
                  <a:lnTo>
                    <a:pt x="83413" y="1397000"/>
                  </a:lnTo>
                  <a:lnTo>
                    <a:pt x="90805" y="1409700"/>
                  </a:lnTo>
                  <a:lnTo>
                    <a:pt x="97447" y="1409700"/>
                  </a:lnTo>
                  <a:lnTo>
                    <a:pt x="105689" y="1422400"/>
                  </a:lnTo>
                  <a:close/>
                </a:path>
                <a:path w="5005705" h="1524000">
                  <a:moveTo>
                    <a:pt x="4952352" y="1422400"/>
                  </a:moveTo>
                  <a:lnTo>
                    <a:pt x="4899837" y="1422400"/>
                  </a:lnTo>
                  <a:lnTo>
                    <a:pt x="4908080" y="1409700"/>
                  </a:lnTo>
                  <a:lnTo>
                    <a:pt x="4914722" y="1409700"/>
                  </a:lnTo>
                  <a:lnTo>
                    <a:pt x="4922113" y="1397000"/>
                  </a:lnTo>
                  <a:lnTo>
                    <a:pt x="4921567" y="1397000"/>
                  </a:lnTo>
                  <a:lnTo>
                    <a:pt x="4928514" y="1384300"/>
                  </a:lnTo>
                  <a:lnTo>
                    <a:pt x="4927993" y="1384300"/>
                  </a:lnTo>
                  <a:lnTo>
                    <a:pt x="4934470" y="1371600"/>
                  </a:lnTo>
                  <a:lnTo>
                    <a:pt x="4939550" y="1371600"/>
                  </a:lnTo>
                  <a:lnTo>
                    <a:pt x="4945049" y="1358900"/>
                  </a:lnTo>
                  <a:lnTo>
                    <a:pt x="4944643" y="1358900"/>
                  </a:lnTo>
                  <a:lnTo>
                    <a:pt x="4949634" y="1346200"/>
                  </a:lnTo>
                  <a:lnTo>
                    <a:pt x="4989309" y="1346200"/>
                  </a:lnTo>
                  <a:lnTo>
                    <a:pt x="4973256" y="1384300"/>
                  </a:lnTo>
                  <a:lnTo>
                    <a:pt x="4959819" y="1409700"/>
                  </a:lnTo>
                  <a:lnTo>
                    <a:pt x="4952352" y="1422400"/>
                  </a:lnTo>
                  <a:close/>
                </a:path>
                <a:path w="5005705" h="1524000">
                  <a:moveTo>
                    <a:pt x="149136" y="1460500"/>
                  </a:moveTo>
                  <a:lnTo>
                    <a:pt x="87731" y="1460500"/>
                  </a:lnTo>
                  <a:lnTo>
                    <a:pt x="78422" y="1447800"/>
                  </a:lnTo>
                  <a:lnTo>
                    <a:pt x="69557" y="1435100"/>
                  </a:lnTo>
                  <a:lnTo>
                    <a:pt x="61125" y="1422400"/>
                  </a:lnTo>
                  <a:lnTo>
                    <a:pt x="113017" y="1422400"/>
                  </a:lnTo>
                  <a:lnTo>
                    <a:pt x="122059" y="1435100"/>
                  </a:lnTo>
                  <a:lnTo>
                    <a:pt x="121361" y="1435100"/>
                  </a:lnTo>
                  <a:lnTo>
                    <a:pt x="130759" y="1447800"/>
                  </a:lnTo>
                  <a:lnTo>
                    <a:pt x="139039" y="1447800"/>
                  </a:lnTo>
                  <a:lnTo>
                    <a:pt x="149136" y="1460500"/>
                  </a:lnTo>
                  <a:close/>
                </a:path>
                <a:path w="5005705" h="1524000">
                  <a:moveTo>
                    <a:pt x="4917795" y="1460500"/>
                  </a:moveTo>
                  <a:lnTo>
                    <a:pt x="4856391" y="1460500"/>
                  </a:lnTo>
                  <a:lnTo>
                    <a:pt x="4866487" y="1447800"/>
                  </a:lnTo>
                  <a:lnTo>
                    <a:pt x="4874768" y="1447800"/>
                  </a:lnTo>
                  <a:lnTo>
                    <a:pt x="4884166" y="1435100"/>
                  </a:lnTo>
                  <a:lnTo>
                    <a:pt x="4883467" y="1435100"/>
                  </a:lnTo>
                  <a:lnTo>
                    <a:pt x="4892509" y="1422400"/>
                  </a:lnTo>
                  <a:lnTo>
                    <a:pt x="4944402" y="1422400"/>
                  </a:lnTo>
                  <a:lnTo>
                    <a:pt x="4935969" y="1435100"/>
                  </a:lnTo>
                  <a:lnTo>
                    <a:pt x="4927104" y="1447800"/>
                  </a:lnTo>
                  <a:lnTo>
                    <a:pt x="4917795" y="1460500"/>
                  </a:lnTo>
                  <a:close/>
                </a:path>
                <a:path w="5005705" h="1524000">
                  <a:moveTo>
                    <a:pt x="210731" y="1485900"/>
                  </a:moveTo>
                  <a:lnTo>
                    <a:pt x="118084" y="1485900"/>
                  </a:lnTo>
                  <a:lnTo>
                    <a:pt x="107581" y="1473200"/>
                  </a:lnTo>
                  <a:lnTo>
                    <a:pt x="97459" y="1460500"/>
                  </a:lnTo>
                  <a:lnTo>
                    <a:pt x="167868" y="1460500"/>
                  </a:lnTo>
                  <a:lnTo>
                    <a:pt x="178904" y="1473200"/>
                  </a:lnTo>
                  <a:lnTo>
                    <a:pt x="204787" y="1473200"/>
                  </a:lnTo>
                  <a:lnTo>
                    <a:pt x="210731" y="1485900"/>
                  </a:lnTo>
                  <a:close/>
                </a:path>
                <a:path w="5005705" h="1524000">
                  <a:moveTo>
                    <a:pt x="4887442" y="1485900"/>
                  </a:moveTo>
                  <a:lnTo>
                    <a:pt x="4794796" y="1485900"/>
                  </a:lnTo>
                  <a:lnTo>
                    <a:pt x="4800739" y="1473200"/>
                  </a:lnTo>
                  <a:lnTo>
                    <a:pt x="4826622" y="1473200"/>
                  </a:lnTo>
                  <a:lnTo>
                    <a:pt x="4837658" y="1460500"/>
                  </a:lnTo>
                  <a:lnTo>
                    <a:pt x="4908067" y="1460500"/>
                  </a:lnTo>
                  <a:lnTo>
                    <a:pt x="4897945" y="1473200"/>
                  </a:lnTo>
                  <a:lnTo>
                    <a:pt x="4887442" y="1485900"/>
                  </a:lnTo>
                  <a:close/>
                </a:path>
                <a:path w="5005705" h="1524000">
                  <a:moveTo>
                    <a:pt x="4865331" y="1498600"/>
                  </a:moveTo>
                  <a:lnTo>
                    <a:pt x="140195" y="1498600"/>
                  </a:lnTo>
                  <a:lnTo>
                    <a:pt x="128968" y="1485900"/>
                  </a:lnTo>
                  <a:lnTo>
                    <a:pt x="4876558" y="1485900"/>
                  </a:lnTo>
                  <a:lnTo>
                    <a:pt x="4865331" y="1498600"/>
                  </a:lnTo>
                  <a:close/>
                </a:path>
                <a:path w="5005705" h="1524000">
                  <a:moveTo>
                    <a:pt x="4829822" y="1511300"/>
                  </a:moveTo>
                  <a:lnTo>
                    <a:pt x="175704" y="1511300"/>
                  </a:lnTo>
                  <a:lnTo>
                    <a:pt x="163639" y="1498600"/>
                  </a:lnTo>
                  <a:lnTo>
                    <a:pt x="4841887" y="1498600"/>
                  </a:lnTo>
                  <a:lnTo>
                    <a:pt x="4829822" y="1511300"/>
                  </a:lnTo>
                  <a:close/>
                </a:path>
                <a:path w="5005705" h="1524000">
                  <a:moveTo>
                    <a:pt x="4798059" y="1524000"/>
                  </a:moveTo>
                  <a:lnTo>
                    <a:pt x="207467" y="1524000"/>
                  </a:lnTo>
                  <a:lnTo>
                    <a:pt x="201002" y="1511300"/>
                  </a:lnTo>
                  <a:lnTo>
                    <a:pt x="4804524" y="1511300"/>
                  </a:lnTo>
                  <a:lnTo>
                    <a:pt x="4798059" y="1524000"/>
                  </a:lnTo>
                  <a:close/>
                </a:path>
              </a:pathLst>
            </a:custGeom>
            <a:solidFill>
              <a:srgbClr val="FF0000"/>
            </a:solidFill>
          </p:spPr>
          <p:txBody>
            <a:bodyPr wrap="square" lIns="0" tIns="0" rIns="0" bIns="0" rtlCol="0"/>
            <a:lstStyle/>
            <a:p>
              <a:endParaRPr/>
            </a:p>
          </p:txBody>
        </p:sp>
      </p:grpSp>
    </p:spTree>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9055" y="628649"/>
            <a:ext cx="2699384" cy="4156587"/>
          </a:xfrm>
          <a:prstGeom prst="rect">
            <a:avLst/>
          </a:prstGeom>
        </p:spPr>
        <p:txBody>
          <a:bodyPr vert="horz" wrap="square" lIns="0" tIns="12700" rIns="0" bIns="0" rtlCol="0">
            <a:spAutoFit/>
          </a:bodyPr>
          <a:lstStyle/>
          <a:p>
            <a:pPr marL="689610" marR="192405" indent="-676910">
              <a:lnSpc>
                <a:spcPct val="136100"/>
              </a:lnSpc>
              <a:spcBef>
                <a:spcPts val="100"/>
              </a:spcBef>
            </a:pPr>
            <a:r>
              <a:rPr sz="1800" b="1" dirty="0">
                <a:latin typeface="Segoe UI"/>
                <a:cs typeface="Segoe UI"/>
              </a:rPr>
              <a:t>Step</a:t>
            </a:r>
            <a:r>
              <a:rPr sz="1800" b="1" spc="-55" dirty="0">
                <a:latin typeface="Segoe UI"/>
                <a:cs typeface="Segoe UI"/>
              </a:rPr>
              <a:t> </a:t>
            </a:r>
            <a:r>
              <a:rPr sz="1800" b="1" dirty="0">
                <a:latin typeface="Segoe UI"/>
                <a:cs typeface="Segoe UI"/>
              </a:rPr>
              <a:t>::</a:t>
            </a:r>
            <a:r>
              <a:rPr sz="1800" b="1" spc="-45" dirty="0">
                <a:latin typeface="Segoe UI"/>
                <a:cs typeface="Segoe UI"/>
              </a:rPr>
              <a:t> </a:t>
            </a:r>
            <a:r>
              <a:rPr sz="1800" b="1" dirty="0">
                <a:latin typeface="Segoe UI"/>
                <a:cs typeface="Segoe UI"/>
              </a:rPr>
              <a:t>5</a:t>
            </a:r>
            <a:r>
              <a:rPr sz="1800" b="1" spc="-50" dirty="0">
                <a:latin typeface="Segoe UI"/>
                <a:cs typeface="Segoe UI"/>
              </a:rPr>
              <a:t> </a:t>
            </a:r>
            <a:r>
              <a:rPr sz="1800" b="1" dirty="0">
                <a:latin typeface="Segoe UI"/>
                <a:cs typeface="Segoe UI"/>
              </a:rPr>
              <a:t>Review</a:t>
            </a:r>
            <a:r>
              <a:rPr sz="1800" b="1" spc="-50" dirty="0">
                <a:latin typeface="Segoe UI"/>
                <a:cs typeface="Segoe UI"/>
              </a:rPr>
              <a:t> </a:t>
            </a:r>
            <a:r>
              <a:rPr sz="1800" b="1" dirty="0">
                <a:latin typeface="Segoe UI"/>
                <a:cs typeface="Segoe UI"/>
              </a:rPr>
              <a:t>Expert-</a:t>
            </a:r>
            <a:r>
              <a:rPr sz="1800" b="1" spc="-10" dirty="0">
                <a:latin typeface="Segoe UI"/>
                <a:cs typeface="Segoe UI"/>
              </a:rPr>
              <a:t>Defined Options</a:t>
            </a:r>
            <a:endParaRPr sz="1800">
              <a:latin typeface="Segoe UI"/>
              <a:cs typeface="Segoe UI"/>
            </a:endParaRPr>
          </a:p>
          <a:p>
            <a:pPr marL="685800" marR="429259" indent="-140970">
              <a:lnSpc>
                <a:spcPct val="136100"/>
              </a:lnSpc>
              <a:buFont typeface="Arial MT"/>
              <a:buChar char="•"/>
              <a:tabLst>
                <a:tab pos="685800" algn="l"/>
                <a:tab pos="749935" algn="l"/>
              </a:tabLst>
            </a:pPr>
            <a:r>
              <a:rPr sz="1800" dirty="0">
                <a:latin typeface="Segoe UI"/>
                <a:cs typeface="Segoe UI"/>
              </a:rPr>
              <a:t>	</a:t>
            </a:r>
            <a:r>
              <a:rPr sz="1800" b="1" dirty="0">
                <a:latin typeface="Segoe UI"/>
                <a:cs typeface="Segoe UI"/>
              </a:rPr>
              <a:t>Explore</a:t>
            </a:r>
            <a:r>
              <a:rPr sz="1800" b="1" spc="-45" dirty="0">
                <a:latin typeface="Segoe UI"/>
                <a:cs typeface="Segoe UI"/>
              </a:rPr>
              <a:t> </a:t>
            </a:r>
            <a:r>
              <a:rPr sz="1800" b="1" dirty="0">
                <a:latin typeface="Segoe UI"/>
                <a:cs typeface="Segoe UI"/>
              </a:rPr>
              <a:t>the</a:t>
            </a:r>
            <a:r>
              <a:rPr sz="1800" b="1" spc="-45" dirty="0">
                <a:latin typeface="Segoe UI"/>
                <a:cs typeface="Segoe UI"/>
              </a:rPr>
              <a:t> </a:t>
            </a:r>
            <a:r>
              <a:rPr sz="1800" b="1" dirty="0">
                <a:latin typeface="Segoe UI"/>
                <a:cs typeface="Segoe UI"/>
              </a:rPr>
              <a:t>list</a:t>
            </a:r>
            <a:r>
              <a:rPr sz="1800" b="1" spc="-45" dirty="0">
                <a:latin typeface="Segoe UI"/>
                <a:cs typeface="Segoe UI"/>
              </a:rPr>
              <a:t> </a:t>
            </a:r>
            <a:r>
              <a:rPr sz="1800" b="1" spc="-25" dirty="0">
                <a:latin typeface="Segoe UI"/>
                <a:cs typeface="Segoe UI"/>
              </a:rPr>
              <a:t>of </a:t>
            </a:r>
            <a:r>
              <a:rPr sz="1800" b="1" spc="-10" dirty="0">
                <a:latin typeface="Segoe UI"/>
                <a:cs typeface="Segoe UI"/>
              </a:rPr>
              <a:t>course-</a:t>
            </a:r>
            <a:r>
              <a:rPr sz="1800" b="1" dirty="0">
                <a:latin typeface="Segoe UI"/>
                <a:cs typeface="Segoe UI"/>
              </a:rPr>
              <a:t>specific</a:t>
            </a:r>
            <a:r>
              <a:rPr sz="1800" b="1" spc="10" dirty="0">
                <a:latin typeface="Segoe UI"/>
                <a:cs typeface="Segoe UI"/>
              </a:rPr>
              <a:t> </a:t>
            </a:r>
            <a:r>
              <a:rPr sz="1800" b="1" spc="-10" dirty="0">
                <a:latin typeface="Segoe UI"/>
                <a:cs typeface="Segoe UI"/>
              </a:rPr>
              <a:t>options</a:t>
            </a:r>
            <a:endParaRPr sz="1800">
              <a:latin typeface="Segoe UI"/>
              <a:cs typeface="Segoe UI"/>
            </a:endParaRPr>
          </a:p>
          <a:p>
            <a:pPr marL="685800" marR="5080">
              <a:lnSpc>
                <a:spcPct val="136100"/>
              </a:lnSpc>
            </a:pPr>
            <a:r>
              <a:rPr sz="1800" b="1" dirty="0">
                <a:latin typeface="Segoe UI"/>
                <a:cs typeface="Segoe UI"/>
              </a:rPr>
              <a:t>curated</a:t>
            </a:r>
            <a:r>
              <a:rPr sz="1800" b="1" spc="-30" dirty="0">
                <a:latin typeface="Segoe UI"/>
                <a:cs typeface="Segoe UI"/>
              </a:rPr>
              <a:t> </a:t>
            </a:r>
            <a:r>
              <a:rPr sz="1800" b="1" dirty="0">
                <a:latin typeface="Segoe UI"/>
                <a:cs typeface="Segoe UI"/>
              </a:rPr>
              <a:t>by</a:t>
            </a:r>
            <a:r>
              <a:rPr sz="1800" b="1" spc="-25" dirty="0">
                <a:latin typeface="Segoe UI"/>
                <a:cs typeface="Segoe UI"/>
              </a:rPr>
              <a:t> </a:t>
            </a:r>
            <a:r>
              <a:rPr sz="1800" b="1" dirty="0">
                <a:latin typeface="Segoe UI"/>
                <a:cs typeface="Segoe UI"/>
              </a:rPr>
              <a:t>subject</a:t>
            </a:r>
            <a:r>
              <a:rPr sz="1800" b="1" spc="-25" dirty="0">
                <a:latin typeface="Segoe UI"/>
                <a:cs typeface="Segoe UI"/>
              </a:rPr>
              <a:t> </a:t>
            </a:r>
            <a:r>
              <a:rPr sz="1800" b="1" spc="-10" dirty="0">
                <a:latin typeface="Segoe UI"/>
                <a:cs typeface="Segoe UI"/>
              </a:rPr>
              <a:t>experts, </a:t>
            </a:r>
            <a:r>
              <a:rPr sz="1800" b="1" dirty="0">
                <a:latin typeface="Segoe UI"/>
                <a:cs typeface="Segoe UI"/>
              </a:rPr>
              <a:t>where</a:t>
            </a:r>
            <a:r>
              <a:rPr sz="1800" b="1" spc="-35" dirty="0">
                <a:latin typeface="Segoe UI"/>
                <a:cs typeface="Segoe UI"/>
              </a:rPr>
              <a:t> </a:t>
            </a:r>
            <a:r>
              <a:rPr sz="1800" b="1" dirty="0">
                <a:latin typeface="Segoe UI"/>
                <a:cs typeface="Segoe UI"/>
              </a:rPr>
              <a:t>you</a:t>
            </a:r>
            <a:r>
              <a:rPr sz="1800" b="1" spc="-35" dirty="0">
                <a:latin typeface="Segoe UI"/>
                <a:cs typeface="Segoe UI"/>
              </a:rPr>
              <a:t> </a:t>
            </a:r>
            <a:r>
              <a:rPr sz="1800" b="1" dirty="0">
                <a:latin typeface="Segoe UI"/>
                <a:cs typeface="Segoe UI"/>
              </a:rPr>
              <a:t>can</a:t>
            </a:r>
            <a:r>
              <a:rPr sz="1800" b="1" spc="-35" dirty="0">
                <a:latin typeface="Segoe UI"/>
                <a:cs typeface="Segoe UI"/>
              </a:rPr>
              <a:t> </a:t>
            </a:r>
            <a:r>
              <a:rPr sz="1800" b="1" spc="-10" dirty="0">
                <a:latin typeface="Segoe UI"/>
                <a:cs typeface="Segoe UI"/>
              </a:rPr>
              <a:t>express </a:t>
            </a:r>
            <a:r>
              <a:rPr sz="1800" b="1" dirty="0">
                <a:latin typeface="Segoe UI"/>
                <a:cs typeface="Segoe UI"/>
              </a:rPr>
              <a:t>your</a:t>
            </a:r>
            <a:r>
              <a:rPr sz="1800" b="1" spc="-30" dirty="0">
                <a:latin typeface="Segoe UI"/>
                <a:cs typeface="Segoe UI"/>
              </a:rPr>
              <a:t> </a:t>
            </a:r>
            <a:r>
              <a:rPr sz="1800" b="1" spc="-10" dirty="0">
                <a:latin typeface="Segoe UI"/>
                <a:cs typeface="Segoe UI"/>
              </a:rPr>
              <a:t>interest.</a:t>
            </a:r>
            <a:endParaRPr sz="1800">
              <a:latin typeface="Segoe UI"/>
              <a:cs typeface="Segoe UI"/>
            </a:endParaRPr>
          </a:p>
        </p:txBody>
      </p:sp>
      <p:grpSp>
        <p:nvGrpSpPr>
          <p:cNvPr id="3" name="object 3"/>
          <p:cNvGrpSpPr/>
          <p:nvPr/>
        </p:nvGrpSpPr>
        <p:grpSpPr>
          <a:xfrm>
            <a:off x="2729483" y="565404"/>
            <a:ext cx="6308408" cy="6118860"/>
            <a:chOff x="3639311" y="565404"/>
            <a:chExt cx="8411210" cy="6118860"/>
          </a:xfrm>
        </p:grpSpPr>
        <p:pic>
          <p:nvPicPr>
            <p:cNvPr id="4" name="object 4"/>
            <p:cNvPicPr/>
            <p:nvPr/>
          </p:nvPicPr>
          <p:blipFill>
            <a:blip r:embed="rId2" cstate="print"/>
            <a:stretch>
              <a:fillRect/>
            </a:stretch>
          </p:blipFill>
          <p:spPr>
            <a:xfrm>
              <a:off x="3639311" y="565404"/>
              <a:ext cx="8410956" cy="6118860"/>
            </a:xfrm>
            <a:prstGeom prst="rect">
              <a:avLst/>
            </a:prstGeom>
          </p:spPr>
        </p:pic>
        <p:sp>
          <p:nvSpPr>
            <p:cNvPr id="5" name="object 5"/>
            <p:cNvSpPr/>
            <p:nvPr/>
          </p:nvSpPr>
          <p:spPr>
            <a:xfrm>
              <a:off x="3735184" y="2752204"/>
              <a:ext cx="8258809" cy="2006600"/>
            </a:xfrm>
            <a:custGeom>
              <a:avLst/>
              <a:gdLst/>
              <a:ahLst/>
              <a:cxnLst/>
              <a:rect l="l" t="t" r="r" b="b"/>
              <a:pathLst>
                <a:path w="8258809" h="2006600">
                  <a:moveTo>
                    <a:pt x="8006041" y="12700"/>
                  </a:moveTo>
                  <a:lnTo>
                    <a:pt x="252539" y="12700"/>
                  </a:lnTo>
                  <a:lnTo>
                    <a:pt x="260845" y="0"/>
                  </a:lnTo>
                  <a:lnTo>
                    <a:pt x="7997736" y="0"/>
                  </a:lnTo>
                  <a:lnTo>
                    <a:pt x="8006041" y="12700"/>
                  </a:lnTo>
                  <a:close/>
                </a:path>
                <a:path w="8258809" h="2006600">
                  <a:moveTo>
                    <a:pt x="8046224" y="25400"/>
                  </a:moveTo>
                  <a:lnTo>
                    <a:pt x="212344" y="25400"/>
                  </a:lnTo>
                  <a:lnTo>
                    <a:pt x="220205" y="12700"/>
                  </a:lnTo>
                  <a:lnTo>
                    <a:pt x="8038376" y="12700"/>
                  </a:lnTo>
                  <a:lnTo>
                    <a:pt x="8046224" y="25400"/>
                  </a:lnTo>
                  <a:close/>
                </a:path>
                <a:path w="8258809" h="2006600">
                  <a:moveTo>
                    <a:pt x="331571" y="38100"/>
                  </a:moveTo>
                  <a:lnTo>
                    <a:pt x="181927" y="38100"/>
                  </a:lnTo>
                  <a:lnTo>
                    <a:pt x="189382" y="25400"/>
                  </a:lnTo>
                  <a:lnTo>
                    <a:pt x="340004" y="25400"/>
                  </a:lnTo>
                  <a:lnTo>
                    <a:pt x="331571" y="38100"/>
                  </a:lnTo>
                  <a:close/>
                </a:path>
                <a:path w="8258809" h="2006600">
                  <a:moveTo>
                    <a:pt x="8076653" y="38100"/>
                  </a:moveTo>
                  <a:lnTo>
                    <a:pt x="7927009" y="38100"/>
                  </a:lnTo>
                  <a:lnTo>
                    <a:pt x="7918577" y="25400"/>
                  </a:lnTo>
                  <a:lnTo>
                    <a:pt x="8069199" y="25400"/>
                  </a:lnTo>
                  <a:lnTo>
                    <a:pt x="8076653" y="38100"/>
                  </a:lnTo>
                  <a:close/>
                </a:path>
                <a:path w="8258809" h="2006600">
                  <a:moveTo>
                    <a:pt x="255409" y="50800"/>
                  </a:moveTo>
                  <a:lnTo>
                    <a:pt x="160248" y="50800"/>
                  </a:lnTo>
                  <a:lnTo>
                    <a:pt x="167360" y="38100"/>
                  </a:lnTo>
                  <a:lnTo>
                    <a:pt x="263182" y="38100"/>
                  </a:lnTo>
                  <a:lnTo>
                    <a:pt x="255409" y="50800"/>
                  </a:lnTo>
                  <a:close/>
                </a:path>
                <a:path w="8258809" h="2006600">
                  <a:moveTo>
                    <a:pt x="8098332" y="50800"/>
                  </a:moveTo>
                  <a:lnTo>
                    <a:pt x="8003171" y="50800"/>
                  </a:lnTo>
                  <a:lnTo>
                    <a:pt x="7995399" y="38100"/>
                  </a:lnTo>
                  <a:lnTo>
                    <a:pt x="8091220" y="38100"/>
                  </a:lnTo>
                  <a:lnTo>
                    <a:pt x="8098332" y="50800"/>
                  </a:lnTo>
                  <a:close/>
                </a:path>
                <a:path w="8258809" h="2006600">
                  <a:moveTo>
                    <a:pt x="220078" y="63500"/>
                  </a:moveTo>
                  <a:lnTo>
                    <a:pt x="146367" y="63500"/>
                  </a:lnTo>
                  <a:lnTo>
                    <a:pt x="153250" y="50800"/>
                  </a:lnTo>
                  <a:lnTo>
                    <a:pt x="227406" y="50800"/>
                  </a:lnTo>
                  <a:lnTo>
                    <a:pt x="220078" y="63500"/>
                  </a:lnTo>
                  <a:close/>
                </a:path>
                <a:path w="8258809" h="2006600">
                  <a:moveTo>
                    <a:pt x="8112213" y="63500"/>
                  </a:moveTo>
                  <a:lnTo>
                    <a:pt x="8038503" y="63500"/>
                  </a:lnTo>
                  <a:lnTo>
                    <a:pt x="8031175" y="50800"/>
                  </a:lnTo>
                  <a:lnTo>
                    <a:pt x="8105330" y="50800"/>
                  </a:lnTo>
                  <a:lnTo>
                    <a:pt x="8112213" y="63500"/>
                  </a:lnTo>
                  <a:close/>
                </a:path>
                <a:path w="8258809" h="2006600">
                  <a:moveTo>
                    <a:pt x="193382" y="76200"/>
                  </a:moveTo>
                  <a:lnTo>
                    <a:pt x="126479" y="76200"/>
                  </a:lnTo>
                  <a:lnTo>
                    <a:pt x="132981" y="63500"/>
                  </a:lnTo>
                  <a:lnTo>
                    <a:pt x="200317" y="63500"/>
                  </a:lnTo>
                  <a:lnTo>
                    <a:pt x="193382" y="76200"/>
                  </a:lnTo>
                  <a:close/>
                </a:path>
                <a:path w="8258809" h="2006600">
                  <a:moveTo>
                    <a:pt x="8132102" y="76200"/>
                  </a:moveTo>
                  <a:lnTo>
                    <a:pt x="8065198" y="76200"/>
                  </a:lnTo>
                  <a:lnTo>
                    <a:pt x="8058264" y="63500"/>
                  </a:lnTo>
                  <a:lnTo>
                    <a:pt x="8125599" y="63500"/>
                  </a:lnTo>
                  <a:lnTo>
                    <a:pt x="8132102" y="76200"/>
                  </a:lnTo>
                  <a:close/>
                </a:path>
                <a:path w="8258809" h="2006600">
                  <a:moveTo>
                    <a:pt x="174383" y="88900"/>
                  </a:moveTo>
                  <a:lnTo>
                    <a:pt x="113855" y="88900"/>
                  </a:lnTo>
                  <a:lnTo>
                    <a:pt x="120091" y="76200"/>
                  </a:lnTo>
                  <a:lnTo>
                    <a:pt x="181000" y="76200"/>
                  </a:lnTo>
                  <a:lnTo>
                    <a:pt x="174383" y="88900"/>
                  </a:lnTo>
                  <a:close/>
                </a:path>
                <a:path w="8258809" h="2006600">
                  <a:moveTo>
                    <a:pt x="8144725" y="88900"/>
                  </a:moveTo>
                  <a:lnTo>
                    <a:pt x="8084197" y="88900"/>
                  </a:lnTo>
                  <a:lnTo>
                    <a:pt x="8077581" y="76200"/>
                  </a:lnTo>
                  <a:lnTo>
                    <a:pt x="8138477" y="76200"/>
                  </a:lnTo>
                  <a:lnTo>
                    <a:pt x="8144725" y="88900"/>
                  </a:lnTo>
                  <a:close/>
                </a:path>
                <a:path w="8258809" h="2006600">
                  <a:moveTo>
                    <a:pt x="156337" y="101600"/>
                  </a:moveTo>
                  <a:lnTo>
                    <a:pt x="101777" y="101600"/>
                  </a:lnTo>
                  <a:lnTo>
                    <a:pt x="107746" y="88900"/>
                  </a:lnTo>
                  <a:lnTo>
                    <a:pt x="162610" y="88900"/>
                  </a:lnTo>
                  <a:lnTo>
                    <a:pt x="156337" y="101600"/>
                  </a:lnTo>
                  <a:close/>
                </a:path>
                <a:path w="8258809" h="2006600">
                  <a:moveTo>
                    <a:pt x="8156803" y="101600"/>
                  </a:moveTo>
                  <a:lnTo>
                    <a:pt x="8102244" y="101600"/>
                  </a:lnTo>
                  <a:lnTo>
                    <a:pt x="8095970" y="88900"/>
                  </a:lnTo>
                  <a:lnTo>
                    <a:pt x="8150834" y="88900"/>
                  </a:lnTo>
                  <a:lnTo>
                    <a:pt x="8156803" y="101600"/>
                  </a:lnTo>
                  <a:close/>
                </a:path>
                <a:path w="8258809" h="2006600">
                  <a:moveTo>
                    <a:pt x="139306" y="114300"/>
                  </a:moveTo>
                  <a:lnTo>
                    <a:pt x="84721" y="114300"/>
                  </a:lnTo>
                  <a:lnTo>
                    <a:pt x="90258" y="101600"/>
                  </a:lnTo>
                  <a:lnTo>
                    <a:pt x="145211" y="101600"/>
                  </a:lnTo>
                  <a:lnTo>
                    <a:pt x="139306" y="114300"/>
                  </a:lnTo>
                  <a:close/>
                </a:path>
                <a:path w="8258809" h="2006600">
                  <a:moveTo>
                    <a:pt x="8173859" y="114300"/>
                  </a:moveTo>
                  <a:lnTo>
                    <a:pt x="8119275" y="114300"/>
                  </a:lnTo>
                  <a:lnTo>
                    <a:pt x="8113369" y="101600"/>
                  </a:lnTo>
                  <a:lnTo>
                    <a:pt x="8168322" y="101600"/>
                  </a:lnTo>
                  <a:lnTo>
                    <a:pt x="8173859" y="114300"/>
                  </a:lnTo>
                  <a:close/>
                </a:path>
                <a:path w="8258809" h="2006600">
                  <a:moveTo>
                    <a:pt x="128562" y="127000"/>
                  </a:moveTo>
                  <a:lnTo>
                    <a:pt x="74091" y="127000"/>
                  </a:lnTo>
                  <a:lnTo>
                    <a:pt x="79324" y="114300"/>
                  </a:lnTo>
                  <a:lnTo>
                    <a:pt x="134200" y="114300"/>
                  </a:lnTo>
                  <a:lnTo>
                    <a:pt x="128562" y="127000"/>
                  </a:lnTo>
                  <a:close/>
                </a:path>
                <a:path w="8258809" h="2006600">
                  <a:moveTo>
                    <a:pt x="8184489" y="127000"/>
                  </a:moveTo>
                  <a:lnTo>
                    <a:pt x="8130019" y="127000"/>
                  </a:lnTo>
                  <a:lnTo>
                    <a:pt x="8124380" y="114300"/>
                  </a:lnTo>
                  <a:lnTo>
                    <a:pt x="8179244" y="114300"/>
                  </a:lnTo>
                  <a:lnTo>
                    <a:pt x="8184489" y="127000"/>
                  </a:lnTo>
                  <a:close/>
                </a:path>
                <a:path w="8258809" h="2006600">
                  <a:moveTo>
                    <a:pt x="103911" y="152400"/>
                  </a:moveTo>
                  <a:lnTo>
                    <a:pt x="59309" y="152400"/>
                  </a:lnTo>
                  <a:lnTo>
                    <a:pt x="64071" y="139700"/>
                  </a:lnTo>
                  <a:lnTo>
                    <a:pt x="69011" y="127000"/>
                  </a:lnTo>
                  <a:lnTo>
                    <a:pt x="118605" y="127000"/>
                  </a:lnTo>
                  <a:lnTo>
                    <a:pt x="113372" y="139700"/>
                  </a:lnTo>
                  <a:lnTo>
                    <a:pt x="108864" y="139700"/>
                  </a:lnTo>
                  <a:lnTo>
                    <a:pt x="103911" y="152400"/>
                  </a:lnTo>
                  <a:close/>
                </a:path>
                <a:path w="8258809" h="2006600">
                  <a:moveTo>
                    <a:pt x="8199272" y="152400"/>
                  </a:moveTo>
                  <a:lnTo>
                    <a:pt x="8154669" y="152400"/>
                  </a:lnTo>
                  <a:lnTo>
                    <a:pt x="8149717" y="139700"/>
                  </a:lnTo>
                  <a:lnTo>
                    <a:pt x="8145208" y="139700"/>
                  </a:lnTo>
                  <a:lnTo>
                    <a:pt x="8139976" y="127000"/>
                  </a:lnTo>
                  <a:lnTo>
                    <a:pt x="8189569" y="127000"/>
                  </a:lnTo>
                  <a:lnTo>
                    <a:pt x="8194509" y="139700"/>
                  </a:lnTo>
                  <a:lnTo>
                    <a:pt x="8199272" y="152400"/>
                  </a:lnTo>
                  <a:close/>
                </a:path>
                <a:path w="8258809" h="2006600">
                  <a:moveTo>
                    <a:pt x="94996" y="165100"/>
                  </a:moveTo>
                  <a:lnTo>
                    <a:pt x="50253" y="165100"/>
                  </a:lnTo>
                  <a:lnTo>
                    <a:pt x="54698" y="152400"/>
                  </a:lnTo>
                  <a:lnTo>
                    <a:pt x="99656" y="152400"/>
                  </a:lnTo>
                  <a:lnTo>
                    <a:pt x="94996" y="165100"/>
                  </a:lnTo>
                  <a:close/>
                </a:path>
                <a:path w="8258809" h="2006600">
                  <a:moveTo>
                    <a:pt x="8208314" y="165100"/>
                  </a:moveTo>
                  <a:lnTo>
                    <a:pt x="8163585" y="165100"/>
                  </a:lnTo>
                  <a:lnTo>
                    <a:pt x="8158924" y="152400"/>
                  </a:lnTo>
                  <a:lnTo>
                    <a:pt x="8203882" y="152400"/>
                  </a:lnTo>
                  <a:lnTo>
                    <a:pt x="8208314" y="165100"/>
                  </a:lnTo>
                  <a:close/>
                </a:path>
                <a:path w="8258809" h="2006600">
                  <a:moveTo>
                    <a:pt x="86652" y="177800"/>
                  </a:moveTo>
                  <a:lnTo>
                    <a:pt x="41884" y="177800"/>
                  </a:lnTo>
                  <a:lnTo>
                    <a:pt x="45986" y="165100"/>
                  </a:lnTo>
                  <a:lnTo>
                    <a:pt x="91008" y="165100"/>
                  </a:lnTo>
                  <a:lnTo>
                    <a:pt x="86652" y="177800"/>
                  </a:lnTo>
                  <a:close/>
                </a:path>
                <a:path w="8258809" h="2006600">
                  <a:moveTo>
                    <a:pt x="8216696" y="177800"/>
                  </a:moveTo>
                  <a:lnTo>
                    <a:pt x="8171929" y="177800"/>
                  </a:lnTo>
                  <a:lnTo>
                    <a:pt x="8167573" y="165100"/>
                  </a:lnTo>
                  <a:lnTo>
                    <a:pt x="8212594" y="165100"/>
                  </a:lnTo>
                  <a:lnTo>
                    <a:pt x="8216696" y="177800"/>
                  </a:lnTo>
                  <a:close/>
                </a:path>
                <a:path w="8258809" h="2006600">
                  <a:moveTo>
                    <a:pt x="71755" y="203200"/>
                  </a:moveTo>
                  <a:lnTo>
                    <a:pt x="30619" y="203200"/>
                  </a:lnTo>
                  <a:lnTo>
                    <a:pt x="34201" y="190500"/>
                  </a:lnTo>
                  <a:lnTo>
                    <a:pt x="37947" y="177800"/>
                  </a:lnTo>
                  <a:lnTo>
                    <a:pt x="82943" y="177800"/>
                  </a:lnTo>
                  <a:lnTo>
                    <a:pt x="78905" y="190500"/>
                  </a:lnTo>
                  <a:lnTo>
                    <a:pt x="75476" y="190500"/>
                  </a:lnTo>
                  <a:lnTo>
                    <a:pt x="71755" y="203200"/>
                  </a:lnTo>
                  <a:close/>
                </a:path>
                <a:path w="8258809" h="2006600">
                  <a:moveTo>
                    <a:pt x="8227961" y="203200"/>
                  </a:moveTo>
                  <a:lnTo>
                    <a:pt x="8186826" y="203200"/>
                  </a:lnTo>
                  <a:lnTo>
                    <a:pt x="8183105" y="190500"/>
                  </a:lnTo>
                  <a:lnTo>
                    <a:pt x="8179676" y="190500"/>
                  </a:lnTo>
                  <a:lnTo>
                    <a:pt x="8175637" y="177800"/>
                  </a:lnTo>
                  <a:lnTo>
                    <a:pt x="8220633" y="177800"/>
                  </a:lnTo>
                  <a:lnTo>
                    <a:pt x="8224380" y="190500"/>
                  </a:lnTo>
                  <a:lnTo>
                    <a:pt x="8227961" y="203200"/>
                  </a:lnTo>
                  <a:close/>
                </a:path>
                <a:path w="8258809" h="2006600">
                  <a:moveTo>
                    <a:pt x="65239" y="215900"/>
                  </a:moveTo>
                  <a:lnTo>
                    <a:pt x="24015" y="215900"/>
                  </a:lnTo>
                  <a:lnTo>
                    <a:pt x="27228" y="203200"/>
                  </a:lnTo>
                  <a:lnTo>
                    <a:pt x="68618" y="203200"/>
                  </a:lnTo>
                  <a:lnTo>
                    <a:pt x="65239" y="215900"/>
                  </a:lnTo>
                  <a:close/>
                </a:path>
                <a:path w="8258809" h="2006600">
                  <a:moveTo>
                    <a:pt x="8234565" y="215900"/>
                  </a:moveTo>
                  <a:lnTo>
                    <a:pt x="8193341" y="215900"/>
                  </a:lnTo>
                  <a:lnTo>
                    <a:pt x="8189963" y="203200"/>
                  </a:lnTo>
                  <a:lnTo>
                    <a:pt x="8231352" y="203200"/>
                  </a:lnTo>
                  <a:lnTo>
                    <a:pt x="8234565" y="215900"/>
                  </a:lnTo>
                  <a:close/>
                </a:path>
                <a:path w="8258809" h="2006600">
                  <a:moveTo>
                    <a:pt x="54178" y="241300"/>
                  </a:moveTo>
                  <a:lnTo>
                    <a:pt x="15532" y="241300"/>
                  </a:lnTo>
                  <a:lnTo>
                    <a:pt x="18161" y="228600"/>
                  </a:lnTo>
                  <a:lnTo>
                    <a:pt x="20993" y="215900"/>
                  </a:lnTo>
                  <a:lnTo>
                    <a:pt x="62407" y="215900"/>
                  </a:lnTo>
                  <a:lnTo>
                    <a:pt x="59385" y="228600"/>
                  </a:lnTo>
                  <a:lnTo>
                    <a:pt x="56857" y="228600"/>
                  </a:lnTo>
                  <a:lnTo>
                    <a:pt x="54178" y="241300"/>
                  </a:lnTo>
                  <a:close/>
                </a:path>
                <a:path w="8258809" h="2006600">
                  <a:moveTo>
                    <a:pt x="8243049" y="241300"/>
                  </a:moveTo>
                  <a:lnTo>
                    <a:pt x="8204403" y="241300"/>
                  </a:lnTo>
                  <a:lnTo>
                    <a:pt x="8201723" y="228600"/>
                  </a:lnTo>
                  <a:lnTo>
                    <a:pt x="8199196" y="228600"/>
                  </a:lnTo>
                  <a:lnTo>
                    <a:pt x="8196173" y="215900"/>
                  </a:lnTo>
                  <a:lnTo>
                    <a:pt x="8237575" y="215900"/>
                  </a:lnTo>
                  <a:lnTo>
                    <a:pt x="8240420" y="228600"/>
                  </a:lnTo>
                  <a:lnTo>
                    <a:pt x="8243049" y="241300"/>
                  </a:lnTo>
                  <a:close/>
                </a:path>
                <a:path w="8258809" h="2006600">
                  <a:moveTo>
                    <a:pt x="56692" y="241300"/>
                  </a:moveTo>
                  <a:lnTo>
                    <a:pt x="56857" y="228600"/>
                  </a:lnTo>
                  <a:lnTo>
                    <a:pt x="59550" y="228600"/>
                  </a:lnTo>
                  <a:lnTo>
                    <a:pt x="56692" y="241300"/>
                  </a:lnTo>
                  <a:close/>
                </a:path>
                <a:path w="8258809" h="2006600">
                  <a:moveTo>
                    <a:pt x="8201888" y="241300"/>
                  </a:moveTo>
                  <a:lnTo>
                    <a:pt x="8199031" y="228600"/>
                  </a:lnTo>
                  <a:lnTo>
                    <a:pt x="8201723" y="228600"/>
                  </a:lnTo>
                  <a:lnTo>
                    <a:pt x="8201888" y="241300"/>
                  </a:lnTo>
                  <a:close/>
                </a:path>
                <a:path w="8258809" h="2006600">
                  <a:moveTo>
                    <a:pt x="47790" y="266700"/>
                  </a:moveTo>
                  <a:lnTo>
                    <a:pt x="8788" y="266700"/>
                  </a:lnTo>
                  <a:lnTo>
                    <a:pt x="10833" y="254000"/>
                  </a:lnTo>
                  <a:lnTo>
                    <a:pt x="13081" y="241300"/>
                  </a:lnTo>
                  <a:lnTo>
                    <a:pt x="54330" y="241300"/>
                  </a:lnTo>
                  <a:lnTo>
                    <a:pt x="51841" y="254000"/>
                  </a:lnTo>
                  <a:lnTo>
                    <a:pt x="49796" y="254000"/>
                  </a:lnTo>
                  <a:lnTo>
                    <a:pt x="47790" y="266700"/>
                  </a:lnTo>
                  <a:close/>
                </a:path>
                <a:path w="8258809" h="2006600">
                  <a:moveTo>
                    <a:pt x="8249792" y="266700"/>
                  </a:moveTo>
                  <a:lnTo>
                    <a:pt x="8210905" y="266700"/>
                  </a:lnTo>
                  <a:lnTo>
                    <a:pt x="8208911" y="254000"/>
                  </a:lnTo>
                  <a:lnTo>
                    <a:pt x="8206740" y="254000"/>
                  </a:lnTo>
                  <a:lnTo>
                    <a:pt x="8204250" y="241300"/>
                  </a:lnTo>
                  <a:lnTo>
                    <a:pt x="8245500" y="241300"/>
                  </a:lnTo>
                  <a:lnTo>
                    <a:pt x="8247748" y="254000"/>
                  </a:lnTo>
                  <a:lnTo>
                    <a:pt x="8249792" y="266700"/>
                  </a:lnTo>
                  <a:close/>
                </a:path>
                <a:path w="8258809" h="2006600">
                  <a:moveTo>
                    <a:pt x="42862" y="292100"/>
                  </a:moveTo>
                  <a:lnTo>
                    <a:pt x="3886" y="292100"/>
                  </a:lnTo>
                  <a:lnTo>
                    <a:pt x="5321" y="279400"/>
                  </a:lnTo>
                  <a:lnTo>
                    <a:pt x="6946" y="266700"/>
                  </a:lnTo>
                  <a:lnTo>
                    <a:pt x="45974" y="266700"/>
                  </a:lnTo>
                  <a:lnTo>
                    <a:pt x="44323" y="279400"/>
                  </a:lnTo>
                  <a:lnTo>
                    <a:pt x="42862" y="292100"/>
                  </a:lnTo>
                  <a:close/>
                </a:path>
                <a:path w="8258809" h="2006600">
                  <a:moveTo>
                    <a:pt x="8254695" y="292100"/>
                  </a:moveTo>
                  <a:lnTo>
                    <a:pt x="8215795" y="292100"/>
                  </a:lnTo>
                  <a:lnTo>
                    <a:pt x="8214347" y="279400"/>
                  </a:lnTo>
                  <a:lnTo>
                    <a:pt x="8212721" y="266700"/>
                  </a:lnTo>
                  <a:lnTo>
                    <a:pt x="8251634" y="266700"/>
                  </a:lnTo>
                  <a:lnTo>
                    <a:pt x="8253260" y="279400"/>
                  </a:lnTo>
                  <a:lnTo>
                    <a:pt x="8254695" y="292100"/>
                  </a:lnTo>
                  <a:close/>
                </a:path>
                <a:path w="8258809" h="2006600">
                  <a:moveTo>
                    <a:pt x="42786" y="1714500"/>
                  </a:moveTo>
                  <a:lnTo>
                    <a:pt x="3886" y="1714500"/>
                  </a:lnTo>
                  <a:lnTo>
                    <a:pt x="2679" y="1701800"/>
                  </a:lnTo>
                  <a:lnTo>
                    <a:pt x="1676" y="1689100"/>
                  </a:lnTo>
                  <a:lnTo>
                    <a:pt x="901" y="1689100"/>
                  </a:lnTo>
                  <a:lnTo>
                    <a:pt x="330" y="1676400"/>
                  </a:lnTo>
                  <a:lnTo>
                    <a:pt x="0" y="1663700"/>
                  </a:lnTo>
                  <a:lnTo>
                    <a:pt x="0" y="330200"/>
                  </a:lnTo>
                  <a:lnTo>
                    <a:pt x="330" y="317500"/>
                  </a:lnTo>
                  <a:lnTo>
                    <a:pt x="901" y="317500"/>
                  </a:lnTo>
                  <a:lnTo>
                    <a:pt x="1676" y="304800"/>
                  </a:lnTo>
                  <a:lnTo>
                    <a:pt x="2679" y="292100"/>
                  </a:lnTo>
                  <a:lnTo>
                    <a:pt x="41592" y="292100"/>
                  </a:lnTo>
                  <a:lnTo>
                    <a:pt x="40500" y="304800"/>
                  </a:lnTo>
                  <a:lnTo>
                    <a:pt x="39611" y="304800"/>
                  </a:lnTo>
                  <a:lnTo>
                    <a:pt x="38900" y="317500"/>
                  </a:lnTo>
                  <a:lnTo>
                    <a:pt x="38404" y="330200"/>
                  </a:lnTo>
                  <a:lnTo>
                    <a:pt x="38087" y="330200"/>
                  </a:lnTo>
                  <a:lnTo>
                    <a:pt x="38074" y="1663700"/>
                  </a:lnTo>
                  <a:lnTo>
                    <a:pt x="38379" y="1676400"/>
                  </a:lnTo>
                  <a:lnTo>
                    <a:pt x="38874" y="1676400"/>
                  </a:lnTo>
                  <a:lnTo>
                    <a:pt x="39560" y="1689100"/>
                  </a:lnTo>
                  <a:lnTo>
                    <a:pt x="40449" y="1701800"/>
                  </a:lnTo>
                  <a:lnTo>
                    <a:pt x="41516" y="1701800"/>
                  </a:lnTo>
                  <a:lnTo>
                    <a:pt x="42786" y="1714500"/>
                  </a:lnTo>
                  <a:close/>
                </a:path>
                <a:path w="8258809" h="2006600">
                  <a:moveTo>
                    <a:pt x="8254695" y="1714500"/>
                  </a:moveTo>
                  <a:lnTo>
                    <a:pt x="8215718" y="1714500"/>
                  </a:lnTo>
                  <a:lnTo>
                    <a:pt x="8216988" y="1701800"/>
                  </a:lnTo>
                  <a:lnTo>
                    <a:pt x="8218081" y="1701800"/>
                  </a:lnTo>
                  <a:lnTo>
                    <a:pt x="8218970" y="1689100"/>
                  </a:lnTo>
                  <a:lnTo>
                    <a:pt x="8219668" y="1676400"/>
                  </a:lnTo>
                  <a:lnTo>
                    <a:pt x="8220176" y="1676400"/>
                  </a:lnTo>
                  <a:lnTo>
                    <a:pt x="8220494" y="1663700"/>
                  </a:lnTo>
                  <a:lnTo>
                    <a:pt x="8220506" y="330200"/>
                  </a:lnTo>
                  <a:lnTo>
                    <a:pt x="8220202" y="330200"/>
                  </a:lnTo>
                  <a:lnTo>
                    <a:pt x="8219706" y="317500"/>
                  </a:lnTo>
                  <a:lnTo>
                    <a:pt x="8219020" y="304800"/>
                  </a:lnTo>
                  <a:lnTo>
                    <a:pt x="8218131" y="304800"/>
                  </a:lnTo>
                  <a:lnTo>
                    <a:pt x="8217065" y="292100"/>
                  </a:lnTo>
                  <a:lnTo>
                    <a:pt x="8255901" y="292100"/>
                  </a:lnTo>
                  <a:lnTo>
                    <a:pt x="8256905" y="304800"/>
                  </a:lnTo>
                  <a:lnTo>
                    <a:pt x="8257679" y="317500"/>
                  </a:lnTo>
                  <a:lnTo>
                    <a:pt x="8258238" y="317500"/>
                  </a:lnTo>
                  <a:lnTo>
                    <a:pt x="8258581" y="330200"/>
                  </a:lnTo>
                  <a:lnTo>
                    <a:pt x="8258581" y="1663700"/>
                  </a:lnTo>
                  <a:lnTo>
                    <a:pt x="8258238" y="1676400"/>
                  </a:lnTo>
                  <a:lnTo>
                    <a:pt x="8257679" y="1689100"/>
                  </a:lnTo>
                  <a:lnTo>
                    <a:pt x="8256905" y="1689100"/>
                  </a:lnTo>
                  <a:lnTo>
                    <a:pt x="8255901" y="1701800"/>
                  </a:lnTo>
                  <a:lnTo>
                    <a:pt x="8254695" y="1714500"/>
                  </a:lnTo>
                  <a:close/>
                </a:path>
                <a:path w="8258809" h="2006600">
                  <a:moveTo>
                    <a:pt x="47675" y="1739900"/>
                  </a:moveTo>
                  <a:lnTo>
                    <a:pt x="8788" y="1739900"/>
                  </a:lnTo>
                  <a:lnTo>
                    <a:pt x="6946" y="1727200"/>
                  </a:lnTo>
                  <a:lnTo>
                    <a:pt x="5321" y="1714500"/>
                  </a:lnTo>
                  <a:lnTo>
                    <a:pt x="44234" y="1714500"/>
                  </a:lnTo>
                  <a:lnTo>
                    <a:pt x="45859" y="1727200"/>
                  </a:lnTo>
                  <a:lnTo>
                    <a:pt x="47675" y="1739900"/>
                  </a:lnTo>
                  <a:close/>
                </a:path>
                <a:path w="8258809" h="2006600">
                  <a:moveTo>
                    <a:pt x="8249792" y="1739900"/>
                  </a:moveTo>
                  <a:lnTo>
                    <a:pt x="8210791" y="1739900"/>
                  </a:lnTo>
                  <a:lnTo>
                    <a:pt x="8212607" y="1727200"/>
                  </a:lnTo>
                  <a:lnTo>
                    <a:pt x="8214258" y="1714500"/>
                  </a:lnTo>
                  <a:lnTo>
                    <a:pt x="8253260" y="1714500"/>
                  </a:lnTo>
                  <a:lnTo>
                    <a:pt x="8251634" y="1727200"/>
                  </a:lnTo>
                  <a:lnTo>
                    <a:pt x="8249792" y="1739900"/>
                  </a:lnTo>
                  <a:close/>
                </a:path>
                <a:path w="8258809" h="2006600">
                  <a:moveTo>
                    <a:pt x="56857" y="1765300"/>
                  </a:moveTo>
                  <a:lnTo>
                    <a:pt x="15532" y="1765300"/>
                  </a:lnTo>
                  <a:lnTo>
                    <a:pt x="13081" y="1752600"/>
                  </a:lnTo>
                  <a:lnTo>
                    <a:pt x="10833" y="1739900"/>
                  </a:lnTo>
                  <a:lnTo>
                    <a:pt x="49669" y="1739900"/>
                  </a:lnTo>
                  <a:lnTo>
                    <a:pt x="51981" y="1752600"/>
                  </a:lnTo>
                  <a:lnTo>
                    <a:pt x="54178" y="1752600"/>
                  </a:lnTo>
                  <a:lnTo>
                    <a:pt x="56857" y="1765300"/>
                  </a:lnTo>
                  <a:close/>
                </a:path>
                <a:path w="8258809" h="2006600">
                  <a:moveTo>
                    <a:pt x="8243049" y="1765300"/>
                  </a:moveTo>
                  <a:lnTo>
                    <a:pt x="8201723" y="1765300"/>
                  </a:lnTo>
                  <a:lnTo>
                    <a:pt x="8204403" y="1752600"/>
                  </a:lnTo>
                  <a:lnTo>
                    <a:pt x="8206600" y="1752600"/>
                  </a:lnTo>
                  <a:lnTo>
                    <a:pt x="8208784" y="1739900"/>
                  </a:lnTo>
                  <a:lnTo>
                    <a:pt x="8247748" y="1739900"/>
                  </a:lnTo>
                  <a:lnTo>
                    <a:pt x="8245500" y="1752600"/>
                  </a:lnTo>
                  <a:lnTo>
                    <a:pt x="8243049" y="1765300"/>
                  </a:lnTo>
                  <a:close/>
                </a:path>
                <a:path w="8258809" h="2006600">
                  <a:moveTo>
                    <a:pt x="62407" y="1778000"/>
                  </a:moveTo>
                  <a:lnTo>
                    <a:pt x="20993" y="1778000"/>
                  </a:lnTo>
                  <a:lnTo>
                    <a:pt x="18161" y="1765300"/>
                  </a:lnTo>
                  <a:lnTo>
                    <a:pt x="59385" y="1765300"/>
                  </a:lnTo>
                  <a:lnTo>
                    <a:pt x="62407" y="1778000"/>
                  </a:lnTo>
                  <a:close/>
                </a:path>
                <a:path w="8258809" h="2006600">
                  <a:moveTo>
                    <a:pt x="8237575" y="1778000"/>
                  </a:moveTo>
                  <a:lnTo>
                    <a:pt x="8196173" y="1778000"/>
                  </a:lnTo>
                  <a:lnTo>
                    <a:pt x="8199196" y="1765300"/>
                  </a:lnTo>
                  <a:lnTo>
                    <a:pt x="8240420" y="1765300"/>
                  </a:lnTo>
                  <a:lnTo>
                    <a:pt x="8237575" y="1778000"/>
                  </a:lnTo>
                  <a:close/>
                </a:path>
                <a:path w="8258809" h="2006600">
                  <a:moveTo>
                    <a:pt x="71970" y="1803400"/>
                  </a:moveTo>
                  <a:lnTo>
                    <a:pt x="30619" y="1803400"/>
                  </a:lnTo>
                  <a:lnTo>
                    <a:pt x="27228" y="1790700"/>
                  </a:lnTo>
                  <a:lnTo>
                    <a:pt x="24015" y="1778000"/>
                  </a:lnTo>
                  <a:lnTo>
                    <a:pt x="62230" y="1778000"/>
                  </a:lnTo>
                  <a:lnTo>
                    <a:pt x="65430" y="1790700"/>
                  </a:lnTo>
                  <a:lnTo>
                    <a:pt x="68427" y="1790700"/>
                  </a:lnTo>
                  <a:lnTo>
                    <a:pt x="71970" y="1803400"/>
                  </a:lnTo>
                  <a:close/>
                </a:path>
                <a:path w="8258809" h="2006600">
                  <a:moveTo>
                    <a:pt x="68618" y="1790700"/>
                  </a:moveTo>
                  <a:lnTo>
                    <a:pt x="65430" y="1790700"/>
                  </a:lnTo>
                  <a:lnTo>
                    <a:pt x="65239" y="1778000"/>
                  </a:lnTo>
                  <a:lnTo>
                    <a:pt x="68618" y="1790700"/>
                  </a:lnTo>
                  <a:close/>
                </a:path>
                <a:path w="8258809" h="2006600">
                  <a:moveTo>
                    <a:pt x="8193138" y="1790700"/>
                  </a:moveTo>
                  <a:lnTo>
                    <a:pt x="8189963" y="1790700"/>
                  </a:lnTo>
                  <a:lnTo>
                    <a:pt x="8193341" y="1778000"/>
                  </a:lnTo>
                  <a:lnTo>
                    <a:pt x="8193138" y="1790700"/>
                  </a:lnTo>
                  <a:close/>
                </a:path>
                <a:path w="8258809" h="2006600">
                  <a:moveTo>
                    <a:pt x="8227961" y="1803400"/>
                  </a:moveTo>
                  <a:lnTo>
                    <a:pt x="8186610" y="1803400"/>
                  </a:lnTo>
                  <a:lnTo>
                    <a:pt x="8190153" y="1790700"/>
                  </a:lnTo>
                  <a:lnTo>
                    <a:pt x="8193138" y="1790700"/>
                  </a:lnTo>
                  <a:lnTo>
                    <a:pt x="8196351" y="1778000"/>
                  </a:lnTo>
                  <a:lnTo>
                    <a:pt x="8234565" y="1778000"/>
                  </a:lnTo>
                  <a:lnTo>
                    <a:pt x="8231352" y="1790700"/>
                  </a:lnTo>
                  <a:lnTo>
                    <a:pt x="8227961" y="1803400"/>
                  </a:lnTo>
                  <a:close/>
                </a:path>
                <a:path w="8258809" h="2006600">
                  <a:moveTo>
                    <a:pt x="86906" y="1828800"/>
                  </a:moveTo>
                  <a:lnTo>
                    <a:pt x="41884" y="1828800"/>
                  </a:lnTo>
                  <a:lnTo>
                    <a:pt x="37947" y="1816100"/>
                  </a:lnTo>
                  <a:lnTo>
                    <a:pt x="34201" y="1803400"/>
                  </a:lnTo>
                  <a:lnTo>
                    <a:pt x="75247" y="1803400"/>
                  </a:lnTo>
                  <a:lnTo>
                    <a:pt x="79133" y="1816100"/>
                  </a:lnTo>
                  <a:lnTo>
                    <a:pt x="82702" y="1816100"/>
                  </a:lnTo>
                  <a:lnTo>
                    <a:pt x="86906" y="1828800"/>
                  </a:lnTo>
                  <a:close/>
                </a:path>
                <a:path w="8258809" h="2006600">
                  <a:moveTo>
                    <a:pt x="8216696" y="1828800"/>
                  </a:moveTo>
                  <a:lnTo>
                    <a:pt x="8171675" y="1828800"/>
                  </a:lnTo>
                  <a:lnTo>
                    <a:pt x="8175879" y="1816100"/>
                  </a:lnTo>
                  <a:lnTo>
                    <a:pt x="8179447" y="1816100"/>
                  </a:lnTo>
                  <a:lnTo>
                    <a:pt x="8183333" y="1803400"/>
                  </a:lnTo>
                  <a:lnTo>
                    <a:pt x="8224380" y="1803400"/>
                  </a:lnTo>
                  <a:lnTo>
                    <a:pt x="8220633" y="1816100"/>
                  </a:lnTo>
                  <a:lnTo>
                    <a:pt x="8216696" y="1828800"/>
                  </a:lnTo>
                  <a:close/>
                </a:path>
                <a:path w="8258809" h="2006600">
                  <a:moveTo>
                    <a:pt x="95262" y="1841500"/>
                  </a:moveTo>
                  <a:lnTo>
                    <a:pt x="50253" y="1841500"/>
                  </a:lnTo>
                  <a:lnTo>
                    <a:pt x="45986" y="1828800"/>
                  </a:lnTo>
                  <a:lnTo>
                    <a:pt x="90754" y="1828800"/>
                  </a:lnTo>
                  <a:lnTo>
                    <a:pt x="95262" y="1841500"/>
                  </a:lnTo>
                  <a:close/>
                </a:path>
                <a:path w="8258809" h="2006600">
                  <a:moveTo>
                    <a:pt x="8208314" y="1841500"/>
                  </a:moveTo>
                  <a:lnTo>
                    <a:pt x="8163318" y="1841500"/>
                  </a:lnTo>
                  <a:lnTo>
                    <a:pt x="8167827" y="1828800"/>
                  </a:lnTo>
                  <a:lnTo>
                    <a:pt x="8212594" y="1828800"/>
                  </a:lnTo>
                  <a:lnTo>
                    <a:pt x="8208314" y="1841500"/>
                  </a:lnTo>
                  <a:close/>
                </a:path>
                <a:path w="8258809" h="2006600">
                  <a:moveTo>
                    <a:pt x="104190" y="1854200"/>
                  </a:moveTo>
                  <a:lnTo>
                    <a:pt x="59309" y="1854200"/>
                  </a:lnTo>
                  <a:lnTo>
                    <a:pt x="54698" y="1841500"/>
                  </a:lnTo>
                  <a:lnTo>
                    <a:pt x="99377" y="1841500"/>
                  </a:lnTo>
                  <a:lnTo>
                    <a:pt x="104190" y="1854200"/>
                  </a:lnTo>
                  <a:close/>
                </a:path>
                <a:path w="8258809" h="2006600">
                  <a:moveTo>
                    <a:pt x="108864" y="1854200"/>
                  </a:moveTo>
                  <a:lnTo>
                    <a:pt x="104190" y="1854200"/>
                  </a:lnTo>
                  <a:lnTo>
                    <a:pt x="103911" y="1841500"/>
                  </a:lnTo>
                  <a:lnTo>
                    <a:pt x="108864" y="1854200"/>
                  </a:lnTo>
                  <a:close/>
                </a:path>
                <a:path w="8258809" h="2006600">
                  <a:moveTo>
                    <a:pt x="8154390" y="1854200"/>
                  </a:moveTo>
                  <a:lnTo>
                    <a:pt x="8149717" y="1854200"/>
                  </a:lnTo>
                  <a:lnTo>
                    <a:pt x="8154669" y="1841500"/>
                  </a:lnTo>
                  <a:lnTo>
                    <a:pt x="8154390" y="1854200"/>
                  </a:lnTo>
                  <a:close/>
                </a:path>
                <a:path w="8258809" h="2006600">
                  <a:moveTo>
                    <a:pt x="8199272" y="1854200"/>
                  </a:moveTo>
                  <a:lnTo>
                    <a:pt x="8154390" y="1854200"/>
                  </a:lnTo>
                  <a:lnTo>
                    <a:pt x="8159203" y="1841500"/>
                  </a:lnTo>
                  <a:lnTo>
                    <a:pt x="8203882" y="1841500"/>
                  </a:lnTo>
                  <a:lnTo>
                    <a:pt x="8199272" y="1854200"/>
                  </a:lnTo>
                  <a:close/>
                </a:path>
                <a:path w="8258809" h="2006600">
                  <a:moveTo>
                    <a:pt x="118605" y="1866900"/>
                  </a:moveTo>
                  <a:lnTo>
                    <a:pt x="69011" y="1866900"/>
                  </a:lnTo>
                  <a:lnTo>
                    <a:pt x="64071" y="1854200"/>
                  </a:lnTo>
                  <a:lnTo>
                    <a:pt x="113372" y="1854200"/>
                  </a:lnTo>
                  <a:lnTo>
                    <a:pt x="118605" y="1866900"/>
                  </a:lnTo>
                  <a:close/>
                </a:path>
                <a:path w="8258809" h="2006600">
                  <a:moveTo>
                    <a:pt x="8189569" y="1866900"/>
                  </a:moveTo>
                  <a:lnTo>
                    <a:pt x="8139976" y="1866900"/>
                  </a:lnTo>
                  <a:lnTo>
                    <a:pt x="8145208" y="1854200"/>
                  </a:lnTo>
                  <a:lnTo>
                    <a:pt x="8194509" y="1854200"/>
                  </a:lnTo>
                  <a:lnTo>
                    <a:pt x="8189569" y="1866900"/>
                  </a:lnTo>
                  <a:close/>
                </a:path>
                <a:path w="8258809" h="2006600">
                  <a:moveTo>
                    <a:pt x="128879" y="1879600"/>
                  </a:moveTo>
                  <a:lnTo>
                    <a:pt x="79324" y="1879600"/>
                  </a:lnTo>
                  <a:lnTo>
                    <a:pt x="74091" y="1866900"/>
                  </a:lnTo>
                  <a:lnTo>
                    <a:pt x="123367" y="1866900"/>
                  </a:lnTo>
                  <a:lnTo>
                    <a:pt x="128879" y="1879600"/>
                  </a:lnTo>
                  <a:close/>
                </a:path>
                <a:path w="8258809" h="2006600">
                  <a:moveTo>
                    <a:pt x="8179244" y="1879600"/>
                  </a:moveTo>
                  <a:lnTo>
                    <a:pt x="8129701" y="1879600"/>
                  </a:lnTo>
                  <a:lnTo>
                    <a:pt x="8135213" y="1866900"/>
                  </a:lnTo>
                  <a:lnTo>
                    <a:pt x="8184489" y="1866900"/>
                  </a:lnTo>
                  <a:lnTo>
                    <a:pt x="8179244" y="1879600"/>
                  </a:lnTo>
                  <a:close/>
                </a:path>
                <a:path w="8258809" h="2006600">
                  <a:moveTo>
                    <a:pt x="139649" y="1892300"/>
                  </a:moveTo>
                  <a:lnTo>
                    <a:pt x="90258" y="1892300"/>
                  </a:lnTo>
                  <a:lnTo>
                    <a:pt x="84721" y="1879600"/>
                  </a:lnTo>
                  <a:lnTo>
                    <a:pt x="133870" y="1879600"/>
                  </a:lnTo>
                  <a:lnTo>
                    <a:pt x="139649" y="1892300"/>
                  </a:lnTo>
                  <a:close/>
                </a:path>
                <a:path w="8258809" h="2006600">
                  <a:moveTo>
                    <a:pt x="145211" y="1892300"/>
                  </a:moveTo>
                  <a:lnTo>
                    <a:pt x="139649" y="1892300"/>
                  </a:lnTo>
                  <a:lnTo>
                    <a:pt x="139306" y="1879600"/>
                  </a:lnTo>
                  <a:lnTo>
                    <a:pt x="145211" y="1892300"/>
                  </a:lnTo>
                  <a:close/>
                </a:path>
                <a:path w="8258809" h="2006600">
                  <a:moveTo>
                    <a:pt x="8118932" y="1892300"/>
                  </a:moveTo>
                  <a:lnTo>
                    <a:pt x="8113369" y="1892300"/>
                  </a:lnTo>
                  <a:lnTo>
                    <a:pt x="8119275" y="1879600"/>
                  </a:lnTo>
                  <a:lnTo>
                    <a:pt x="8118932" y="1892300"/>
                  </a:lnTo>
                  <a:close/>
                </a:path>
                <a:path w="8258809" h="2006600">
                  <a:moveTo>
                    <a:pt x="8168322" y="1892300"/>
                  </a:moveTo>
                  <a:lnTo>
                    <a:pt x="8118932" y="1892300"/>
                  </a:lnTo>
                  <a:lnTo>
                    <a:pt x="8124710" y="1879600"/>
                  </a:lnTo>
                  <a:lnTo>
                    <a:pt x="8173859" y="1879600"/>
                  </a:lnTo>
                  <a:lnTo>
                    <a:pt x="8168322" y="1892300"/>
                  </a:lnTo>
                  <a:close/>
                </a:path>
                <a:path w="8258809" h="2006600">
                  <a:moveTo>
                    <a:pt x="156705" y="1905000"/>
                  </a:moveTo>
                  <a:lnTo>
                    <a:pt x="101777" y="1905000"/>
                  </a:lnTo>
                  <a:lnTo>
                    <a:pt x="95948" y="1892300"/>
                  </a:lnTo>
                  <a:lnTo>
                    <a:pt x="150545" y="1892300"/>
                  </a:lnTo>
                  <a:lnTo>
                    <a:pt x="156705" y="1905000"/>
                  </a:lnTo>
                  <a:close/>
                </a:path>
                <a:path w="8258809" h="2006600">
                  <a:moveTo>
                    <a:pt x="8156803" y="1905000"/>
                  </a:moveTo>
                  <a:lnTo>
                    <a:pt x="8101876" y="1905000"/>
                  </a:lnTo>
                  <a:lnTo>
                    <a:pt x="8108035" y="1892300"/>
                  </a:lnTo>
                  <a:lnTo>
                    <a:pt x="8162632" y="1892300"/>
                  </a:lnTo>
                  <a:lnTo>
                    <a:pt x="8156803" y="1905000"/>
                  </a:lnTo>
                  <a:close/>
                </a:path>
                <a:path w="8258809" h="2006600">
                  <a:moveTo>
                    <a:pt x="174764" y="1917700"/>
                  </a:moveTo>
                  <a:lnTo>
                    <a:pt x="113855" y="1917700"/>
                  </a:lnTo>
                  <a:lnTo>
                    <a:pt x="107746" y="1905000"/>
                  </a:lnTo>
                  <a:lnTo>
                    <a:pt x="168262" y="1905000"/>
                  </a:lnTo>
                  <a:lnTo>
                    <a:pt x="174764" y="1917700"/>
                  </a:lnTo>
                  <a:close/>
                </a:path>
                <a:path w="8258809" h="2006600">
                  <a:moveTo>
                    <a:pt x="8144725" y="1917700"/>
                  </a:moveTo>
                  <a:lnTo>
                    <a:pt x="8083816" y="1917700"/>
                  </a:lnTo>
                  <a:lnTo>
                    <a:pt x="8090319" y="1905000"/>
                  </a:lnTo>
                  <a:lnTo>
                    <a:pt x="8150834" y="1905000"/>
                  </a:lnTo>
                  <a:lnTo>
                    <a:pt x="8144725" y="1917700"/>
                  </a:lnTo>
                  <a:close/>
                </a:path>
                <a:path w="8258809" h="2006600">
                  <a:moveTo>
                    <a:pt x="193789" y="1930400"/>
                  </a:moveTo>
                  <a:lnTo>
                    <a:pt x="126479" y="1930400"/>
                  </a:lnTo>
                  <a:lnTo>
                    <a:pt x="120091" y="1917700"/>
                  </a:lnTo>
                  <a:lnTo>
                    <a:pt x="186944" y="1917700"/>
                  </a:lnTo>
                  <a:lnTo>
                    <a:pt x="193789" y="1930400"/>
                  </a:lnTo>
                  <a:close/>
                </a:path>
                <a:path w="8258809" h="2006600">
                  <a:moveTo>
                    <a:pt x="8132102" y="1930400"/>
                  </a:moveTo>
                  <a:lnTo>
                    <a:pt x="8064792" y="1930400"/>
                  </a:lnTo>
                  <a:lnTo>
                    <a:pt x="8071624" y="1917700"/>
                  </a:lnTo>
                  <a:lnTo>
                    <a:pt x="8138477" y="1917700"/>
                  </a:lnTo>
                  <a:lnTo>
                    <a:pt x="8132102" y="1930400"/>
                  </a:lnTo>
                  <a:close/>
                </a:path>
                <a:path w="8258809" h="2006600">
                  <a:moveTo>
                    <a:pt x="220497" y="1943100"/>
                  </a:moveTo>
                  <a:lnTo>
                    <a:pt x="146367" y="1943100"/>
                  </a:lnTo>
                  <a:lnTo>
                    <a:pt x="139611" y="1930400"/>
                  </a:lnTo>
                  <a:lnTo>
                    <a:pt x="213258" y="1930400"/>
                  </a:lnTo>
                  <a:lnTo>
                    <a:pt x="220497" y="1943100"/>
                  </a:lnTo>
                  <a:close/>
                </a:path>
                <a:path w="8258809" h="2006600">
                  <a:moveTo>
                    <a:pt x="8112213" y="1943100"/>
                  </a:moveTo>
                  <a:lnTo>
                    <a:pt x="8038084" y="1943100"/>
                  </a:lnTo>
                  <a:lnTo>
                    <a:pt x="8045310" y="1930400"/>
                  </a:lnTo>
                  <a:lnTo>
                    <a:pt x="8118970" y="1930400"/>
                  </a:lnTo>
                  <a:lnTo>
                    <a:pt x="8112213" y="1943100"/>
                  </a:lnTo>
                  <a:close/>
                </a:path>
                <a:path w="8258809" h="2006600">
                  <a:moveTo>
                    <a:pt x="248627" y="1955800"/>
                  </a:moveTo>
                  <a:lnTo>
                    <a:pt x="160248" y="1955800"/>
                  </a:lnTo>
                  <a:lnTo>
                    <a:pt x="153250" y="1943100"/>
                  </a:lnTo>
                  <a:lnTo>
                    <a:pt x="241033" y="1943100"/>
                  </a:lnTo>
                  <a:lnTo>
                    <a:pt x="248627" y="1955800"/>
                  </a:lnTo>
                  <a:close/>
                </a:path>
                <a:path w="8258809" h="2006600">
                  <a:moveTo>
                    <a:pt x="8098332" y="1955800"/>
                  </a:moveTo>
                  <a:lnTo>
                    <a:pt x="8009953" y="1955800"/>
                  </a:lnTo>
                  <a:lnTo>
                    <a:pt x="8017548" y="1943100"/>
                  </a:lnTo>
                  <a:lnTo>
                    <a:pt x="8105330" y="1943100"/>
                  </a:lnTo>
                  <a:lnTo>
                    <a:pt x="8098332" y="1955800"/>
                  </a:lnTo>
                  <a:close/>
                </a:path>
                <a:path w="8258809" h="2006600">
                  <a:moveTo>
                    <a:pt x="300799" y="1968500"/>
                  </a:moveTo>
                  <a:lnTo>
                    <a:pt x="181927" y="1968500"/>
                  </a:lnTo>
                  <a:lnTo>
                    <a:pt x="174586" y="1955800"/>
                  </a:lnTo>
                  <a:lnTo>
                    <a:pt x="292671" y="1955800"/>
                  </a:lnTo>
                  <a:lnTo>
                    <a:pt x="300799" y="1968500"/>
                  </a:lnTo>
                  <a:close/>
                </a:path>
                <a:path w="8258809" h="2006600">
                  <a:moveTo>
                    <a:pt x="8076653" y="1968500"/>
                  </a:moveTo>
                  <a:lnTo>
                    <a:pt x="7957781" y="1968500"/>
                  </a:lnTo>
                  <a:lnTo>
                    <a:pt x="7965909" y="1955800"/>
                  </a:lnTo>
                  <a:lnTo>
                    <a:pt x="8083994" y="1955800"/>
                  </a:lnTo>
                  <a:lnTo>
                    <a:pt x="8076653" y="1968500"/>
                  </a:lnTo>
                  <a:close/>
                </a:path>
                <a:path w="8258809" h="2006600">
                  <a:moveTo>
                    <a:pt x="8046224" y="1981200"/>
                  </a:moveTo>
                  <a:lnTo>
                    <a:pt x="212344" y="1981200"/>
                  </a:lnTo>
                  <a:lnTo>
                    <a:pt x="204597" y="1968500"/>
                  </a:lnTo>
                  <a:lnTo>
                    <a:pt x="8053984" y="1968500"/>
                  </a:lnTo>
                  <a:lnTo>
                    <a:pt x="8046224" y="1981200"/>
                  </a:lnTo>
                  <a:close/>
                </a:path>
                <a:path w="8258809" h="2006600">
                  <a:moveTo>
                    <a:pt x="8014258" y="1993900"/>
                  </a:moveTo>
                  <a:lnTo>
                    <a:pt x="244322" y="1993900"/>
                  </a:lnTo>
                  <a:lnTo>
                    <a:pt x="236194" y="1981200"/>
                  </a:lnTo>
                  <a:lnTo>
                    <a:pt x="8022386" y="1981200"/>
                  </a:lnTo>
                  <a:lnTo>
                    <a:pt x="8014258" y="1993900"/>
                  </a:lnTo>
                  <a:close/>
                </a:path>
                <a:path w="8258809" h="2006600">
                  <a:moveTo>
                    <a:pt x="7963763" y="2006600"/>
                  </a:moveTo>
                  <a:lnTo>
                    <a:pt x="294805" y="2006600"/>
                  </a:lnTo>
                  <a:lnTo>
                    <a:pt x="286207" y="1993900"/>
                  </a:lnTo>
                  <a:lnTo>
                    <a:pt x="7972374" y="1993900"/>
                  </a:lnTo>
                  <a:lnTo>
                    <a:pt x="7963763" y="2006600"/>
                  </a:lnTo>
                  <a:close/>
                </a:path>
              </a:pathLst>
            </a:custGeom>
            <a:solidFill>
              <a:srgbClr val="FF0000"/>
            </a:solidFill>
          </p:spPr>
          <p:txBody>
            <a:bodyPr wrap="square" lIns="0" tIns="0" rIns="0" bIns="0" rtlCol="0"/>
            <a:lstStyle/>
            <a:p>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643464" y="149353"/>
            <a:ext cx="8394383" cy="6548755"/>
            <a:chOff x="857952" y="149352"/>
            <a:chExt cx="11192510" cy="6548755"/>
          </a:xfrm>
        </p:grpSpPr>
        <p:pic>
          <p:nvPicPr>
            <p:cNvPr id="3" name="object 3"/>
            <p:cNvPicPr/>
            <p:nvPr/>
          </p:nvPicPr>
          <p:blipFill>
            <a:blip r:embed="rId2" cstate="print"/>
            <a:stretch>
              <a:fillRect/>
            </a:stretch>
          </p:blipFill>
          <p:spPr>
            <a:xfrm>
              <a:off x="3639312" y="565403"/>
              <a:ext cx="8410956" cy="6118860"/>
            </a:xfrm>
            <a:prstGeom prst="rect">
              <a:avLst/>
            </a:prstGeom>
          </p:spPr>
        </p:pic>
        <p:sp>
          <p:nvSpPr>
            <p:cNvPr id="4" name="object 4"/>
            <p:cNvSpPr/>
            <p:nvPr/>
          </p:nvSpPr>
          <p:spPr>
            <a:xfrm>
              <a:off x="3620858" y="5135968"/>
              <a:ext cx="8258809" cy="1562100"/>
            </a:xfrm>
            <a:custGeom>
              <a:avLst/>
              <a:gdLst/>
              <a:ahLst/>
              <a:cxnLst/>
              <a:rect l="l" t="t" r="r" b="b"/>
              <a:pathLst>
                <a:path w="8258809" h="1562100">
                  <a:moveTo>
                    <a:pt x="8072589" y="12700"/>
                  </a:moveTo>
                  <a:lnTo>
                    <a:pt x="186042" y="12700"/>
                  </a:lnTo>
                  <a:lnTo>
                    <a:pt x="192443" y="0"/>
                  </a:lnTo>
                  <a:lnTo>
                    <a:pt x="8066189" y="0"/>
                  </a:lnTo>
                  <a:lnTo>
                    <a:pt x="8072589" y="12700"/>
                  </a:lnTo>
                  <a:close/>
                </a:path>
                <a:path w="8258809" h="1562100">
                  <a:moveTo>
                    <a:pt x="8103514" y="25400"/>
                  </a:moveTo>
                  <a:lnTo>
                    <a:pt x="155117" y="25400"/>
                  </a:lnTo>
                  <a:lnTo>
                    <a:pt x="167258" y="12700"/>
                  </a:lnTo>
                  <a:lnTo>
                    <a:pt x="8091373" y="12700"/>
                  </a:lnTo>
                  <a:lnTo>
                    <a:pt x="8103514" y="25400"/>
                  </a:lnTo>
                  <a:close/>
                </a:path>
                <a:path w="8258809" h="1562100">
                  <a:moveTo>
                    <a:pt x="261518" y="38100"/>
                  </a:moveTo>
                  <a:lnTo>
                    <a:pt x="131813" y="38100"/>
                  </a:lnTo>
                  <a:lnTo>
                    <a:pt x="143294" y="25400"/>
                  </a:lnTo>
                  <a:lnTo>
                    <a:pt x="268058" y="25400"/>
                  </a:lnTo>
                  <a:lnTo>
                    <a:pt x="261518" y="38100"/>
                  </a:lnTo>
                  <a:close/>
                </a:path>
                <a:path w="8258809" h="1562100">
                  <a:moveTo>
                    <a:pt x="8126806" y="38100"/>
                  </a:moveTo>
                  <a:lnTo>
                    <a:pt x="7997113" y="38100"/>
                  </a:lnTo>
                  <a:lnTo>
                    <a:pt x="7990573" y="25400"/>
                  </a:lnTo>
                  <a:lnTo>
                    <a:pt x="8115338" y="25400"/>
                  </a:lnTo>
                  <a:lnTo>
                    <a:pt x="8126806" y="38100"/>
                  </a:lnTo>
                  <a:close/>
                </a:path>
                <a:path w="8258809" h="1562100">
                  <a:moveTo>
                    <a:pt x="192582" y="50800"/>
                  </a:moveTo>
                  <a:lnTo>
                    <a:pt x="109956" y="50800"/>
                  </a:lnTo>
                  <a:lnTo>
                    <a:pt x="120700" y="38100"/>
                  </a:lnTo>
                  <a:lnTo>
                    <a:pt x="198475" y="38100"/>
                  </a:lnTo>
                  <a:lnTo>
                    <a:pt x="192582" y="50800"/>
                  </a:lnTo>
                  <a:close/>
                </a:path>
                <a:path w="8258809" h="1562100">
                  <a:moveTo>
                    <a:pt x="8148675" y="50800"/>
                  </a:moveTo>
                  <a:lnTo>
                    <a:pt x="8066049" y="50800"/>
                  </a:lnTo>
                  <a:lnTo>
                    <a:pt x="8060156" y="38100"/>
                  </a:lnTo>
                  <a:lnTo>
                    <a:pt x="8137931" y="38100"/>
                  </a:lnTo>
                  <a:lnTo>
                    <a:pt x="8148675" y="50800"/>
                  </a:lnTo>
                  <a:close/>
                </a:path>
                <a:path w="8258809" h="1562100">
                  <a:moveTo>
                    <a:pt x="123507" y="88900"/>
                  </a:moveTo>
                  <a:lnTo>
                    <a:pt x="71094" y="88900"/>
                  </a:lnTo>
                  <a:lnTo>
                    <a:pt x="80162" y="76200"/>
                  </a:lnTo>
                  <a:lnTo>
                    <a:pt x="89674" y="63500"/>
                  </a:lnTo>
                  <a:lnTo>
                    <a:pt x="99618" y="50800"/>
                  </a:lnTo>
                  <a:lnTo>
                    <a:pt x="172072" y="50800"/>
                  </a:lnTo>
                  <a:lnTo>
                    <a:pt x="161074" y="63500"/>
                  </a:lnTo>
                  <a:lnTo>
                    <a:pt x="151993" y="63500"/>
                  </a:lnTo>
                  <a:lnTo>
                    <a:pt x="141655" y="76200"/>
                  </a:lnTo>
                  <a:lnTo>
                    <a:pt x="133146" y="76200"/>
                  </a:lnTo>
                  <a:lnTo>
                    <a:pt x="123507" y="88900"/>
                  </a:lnTo>
                  <a:close/>
                </a:path>
                <a:path w="8258809" h="1562100">
                  <a:moveTo>
                    <a:pt x="8187537" y="88900"/>
                  </a:moveTo>
                  <a:lnTo>
                    <a:pt x="8135124" y="88900"/>
                  </a:lnTo>
                  <a:lnTo>
                    <a:pt x="8125485" y="76200"/>
                  </a:lnTo>
                  <a:lnTo>
                    <a:pt x="8116976" y="76200"/>
                  </a:lnTo>
                  <a:lnTo>
                    <a:pt x="8106638" y="63500"/>
                  </a:lnTo>
                  <a:lnTo>
                    <a:pt x="8097558" y="63500"/>
                  </a:lnTo>
                  <a:lnTo>
                    <a:pt x="8086559" y="50800"/>
                  </a:lnTo>
                  <a:lnTo>
                    <a:pt x="8159013" y="50800"/>
                  </a:lnTo>
                  <a:lnTo>
                    <a:pt x="8168957" y="63500"/>
                  </a:lnTo>
                  <a:lnTo>
                    <a:pt x="8178469" y="76200"/>
                  </a:lnTo>
                  <a:lnTo>
                    <a:pt x="8187537" y="88900"/>
                  </a:lnTo>
                  <a:close/>
                </a:path>
                <a:path w="8258809" h="1562100">
                  <a:moveTo>
                    <a:pt x="56349" y="177800"/>
                  </a:moveTo>
                  <a:lnTo>
                    <a:pt x="16586" y="177800"/>
                  </a:lnTo>
                  <a:lnTo>
                    <a:pt x="21450" y="165100"/>
                  </a:lnTo>
                  <a:lnTo>
                    <a:pt x="39585" y="127000"/>
                  </a:lnTo>
                  <a:lnTo>
                    <a:pt x="62483" y="88900"/>
                  </a:lnTo>
                  <a:lnTo>
                    <a:pt x="115633" y="88900"/>
                  </a:lnTo>
                  <a:lnTo>
                    <a:pt x="106781" y="101600"/>
                  </a:lnTo>
                  <a:lnTo>
                    <a:pt x="107429" y="101600"/>
                  </a:lnTo>
                  <a:lnTo>
                    <a:pt x="98983" y="114300"/>
                  </a:lnTo>
                  <a:lnTo>
                    <a:pt x="92163" y="114300"/>
                  </a:lnTo>
                  <a:lnTo>
                    <a:pt x="84594" y="127000"/>
                  </a:lnTo>
                  <a:lnTo>
                    <a:pt x="85140" y="127000"/>
                  </a:lnTo>
                  <a:lnTo>
                    <a:pt x="78028" y="139700"/>
                  </a:lnTo>
                  <a:lnTo>
                    <a:pt x="72389" y="139700"/>
                  </a:lnTo>
                  <a:lnTo>
                    <a:pt x="66243" y="152400"/>
                  </a:lnTo>
                  <a:lnTo>
                    <a:pt x="66687" y="152400"/>
                  </a:lnTo>
                  <a:lnTo>
                    <a:pt x="61061" y="165100"/>
                  </a:lnTo>
                  <a:lnTo>
                    <a:pt x="61455" y="165100"/>
                  </a:lnTo>
                  <a:lnTo>
                    <a:pt x="56349" y="177800"/>
                  </a:lnTo>
                  <a:close/>
                </a:path>
                <a:path w="8258809" h="1562100">
                  <a:moveTo>
                    <a:pt x="8242046" y="177800"/>
                  </a:moveTo>
                  <a:lnTo>
                    <a:pt x="8202282" y="177800"/>
                  </a:lnTo>
                  <a:lnTo>
                    <a:pt x="8197164" y="165100"/>
                  </a:lnTo>
                  <a:lnTo>
                    <a:pt x="8197570" y="165100"/>
                  </a:lnTo>
                  <a:lnTo>
                    <a:pt x="8191944" y="152400"/>
                  </a:lnTo>
                  <a:lnTo>
                    <a:pt x="8192388" y="152400"/>
                  </a:lnTo>
                  <a:lnTo>
                    <a:pt x="8186242" y="139700"/>
                  </a:lnTo>
                  <a:lnTo>
                    <a:pt x="8180603" y="139700"/>
                  </a:lnTo>
                  <a:lnTo>
                    <a:pt x="8173491" y="127000"/>
                  </a:lnTo>
                  <a:lnTo>
                    <a:pt x="8174037" y="127000"/>
                  </a:lnTo>
                  <a:lnTo>
                    <a:pt x="8166468" y="114300"/>
                  </a:lnTo>
                  <a:lnTo>
                    <a:pt x="8159648" y="114300"/>
                  </a:lnTo>
                  <a:lnTo>
                    <a:pt x="8151202" y="101600"/>
                  </a:lnTo>
                  <a:lnTo>
                    <a:pt x="8151850" y="101600"/>
                  </a:lnTo>
                  <a:lnTo>
                    <a:pt x="8142998" y="88900"/>
                  </a:lnTo>
                  <a:lnTo>
                    <a:pt x="8196148" y="88900"/>
                  </a:lnTo>
                  <a:lnTo>
                    <a:pt x="8219046" y="127000"/>
                  </a:lnTo>
                  <a:lnTo>
                    <a:pt x="8237181" y="165100"/>
                  </a:lnTo>
                  <a:lnTo>
                    <a:pt x="8242046" y="177800"/>
                  </a:lnTo>
                  <a:close/>
                </a:path>
                <a:path w="8258809" h="1562100">
                  <a:moveTo>
                    <a:pt x="52158" y="190500"/>
                  </a:moveTo>
                  <a:lnTo>
                    <a:pt x="12230" y="190500"/>
                  </a:lnTo>
                  <a:lnTo>
                    <a:pt x="14312" y="177800"/>
                  </a:lnTo>
                  <a:lnTo>
                    <a:pt x="56718" y="177800"/>
                  </a:lnTo>
                  <a:lnTo>
                    <a:pt x="52158" y="190500"/>
                  </a:lnTo>
                  <a:close/>
                </a:path>
                <a:path w="8258809" h="1562100">
                  <a:moveTo>
                    <a:pt x="8246402" y="190500"/>
                  </a:moveTo>
                  <a:lnTo>
                    <a:pt x="8206473" y="190500"/>
                  </a:lnTo>
                  <a:lnTo>
                    <a:pt x="8201913" y="177800"/>
                  </a:lnTo>
                  <a:lnTo>
                    <a:pt x="8244319" y="177800"/>
                  </a:lnTo>
                  <a:lnTo>
                    <a:pt x="8246402" y="190500"/>
                  </a:lnTo>
                  <a:close/>
                </a:path>
                <a:path w="8258809" h="1562100">
                  <a:moveTo>
                    <a:pt x="48539" y="203200"/>
                  </a:moveTo>
                  <a:lnTo>
                    <a:pt x="8534" y="203200"/>
                  </a:lnTo>
                  <a:lnTo>
                    <a:pt x="10299" y="190500"/>
                  </a:lnTo>
                  <a:lnTo>
                    <a:pt x="50469" y="190500"/>
                  </a:lnTo>
                  <a:lnTo>
                    <a:pt x="48539" y="203200"/>
                  </a:lnTo>
                  <a:close/>
                </a:path>
                <a:path w="8258809" h="1562100">
                  <a:moveTo>
                    <a:pt x="8250097" y="203200"/>
                  </a:moveTo>
                  <a:lnTo>
                    <a:pt x="8210092" y="203200"/>
                  </a:lnTo>
                  <a:lnTo>
                    <a:pt x="8208149" y="190500"/>
                  </a:lnTo>
                  <a:lnTo>
                    <a:pt x="8248319" y="190500"/>
                  </a:lnTo>
                  <a:lnTo>
                    <a:pt x="8250097" y="203200"/>
                  </a:lnTo>
                  <a:close/>
                </a:path>
                <a:path w="8258809" h="1562100">
                  <a:moveTo>
                    <a:pt x="44107" y="215900"/>
                  </a:moveTo>
                  <a:lnTo>
                    <a:pt x="5473" y="215900"/>
                  </a:lnTo>
                  <a:lnTo>
                    <a:pt x="6921" y="203200"/>
                  </a:lnTo>
                  <a:lnTo>
                    <a:pt x="45491" y="203200"/>
                  </a:lnTo>
                  <a:lnTo>
                    <a:pt x="44107" y="215900"/>
                  </a:lnTo>
                  <a:close/>
                </a:path>
                <a:path w="8258809" h="1562100">
                  <a:moveTo>
                    <a:pt x="8253158" y="215900"/>
                  </a:moveTo>
                  <a:lnTo>
                    <a:pt x="8214639" y="215900"/>
                  </a:lnTo>
                  <a:lnTo>
                    <a:pt x="8213255" y="203200"/>
                  </a:lnTo>
                  <a:lnTo>
                    <a:pt x="8251710" y="203200"/>
                  </a:lnTo>
                  <a:lnTo>
                    <a:pt x="8253158" y="215900"/>
                  </a:lnTo>
                  <a:close/>
                </a:path>
                <a:path w="8258809" h="1562100">
                  <a:moveTo>
                    <a:pt x="41732" y="228600"/>
                  </a:moveTo>
                  <a:lnTo>
                    <a:pt x="3060" y="228600"/>
                  </a:lnTo>
                  <a:lnTo>
                    <a:pt x="4190" y="215900"/>
                  </a:lnTo>
                  <a:lnTo>
                    <a:pt x="42849" y="215900"/>
                  </a:lnTo>
                  <a:lnTo>
                    <a:pt x="41732" y="228600"/>
                  </a:lnTo>
                  <a:close/>
                </a:path>
                <a:path w="8258809" h="1562100">
                  <a:moveTo>
                    <a:pt x="8255571" y="228600"/>
                  </a:moveTo>
                  <a:lnTo>
                    <a:pt x="8216976" y="228600"/>
                  </a:lnTo>
                  <a:lnTo>
                    <a:pt x="8215871" y="215900"/>
                  </a:lnTo>
                  <a:lnTo>
                    <a:pt x="8254441" y="215900"/>
                  </a:lnTo>
                  <a:lnTo>
                    <a:pt x="8255571" y="228600"/>
                  </a:lnTo>
                  <a:close/>
                </a:path>
                <a:path w="8258809" h="1562100">
                  <a:moveTo>
                    <a:pt x="39941" y="241300"/>
                  </a:moveTo>
                  <a:lnTo>
                    <a:pt x="1320" y="241300"/>
                  </a:lnTo>
                  <a:lnTo>
                    <a:pt x="2108" y="228600"/>
                  </a:lnTo>
                  <a:lnTo>
                    <a:pt x="40766" y="228600"/>
                  </a:lnTo>
                  <a:lnTo>
                    <a:pt x="39941" y="241300"/>
                  </a:lnTo>
                  <a:close/>
                </a:path>
                <a:path w="8258809" h="1562100">
                  <a:moveTo>
                    <a:pt x="8257311" y="241300"/>
                  </a:moveTo>
                  <a:lnTo>
                    <a:pt x="8218754" y="241300"/>
                  </a:lnTo>
                  <a:lnTo>
                    <a:pt x="8217941" y="228600"/>
                  </a:lnTo>
                  <a:lnTo>
                    <a:pt x="8256523" y="228600"/>
                  </a:lnTo>
                  <a:lnTo>
                    <a:pt x="8257311" y="241300"/>
                  </a:lnTo>
                  <a:close/>
                </a:path>
                <a:path w="8258809" h="1562100">
                  <a:moveTo>
                    <a:pt x="38074" y="1295400"/>
                  </a:moveTo>
                  <a:lnTo>
                    <a:pt x="0" y="1295400"/>
                  </a:lnTo>
                  <a:lnTo>
                    <a:pt x="0" y="266700"/>
                  </a:lnTo>
                  <a:lnTo>
                    <a:pt x="266" y="254000"/>
                  </a:lnTo>
                  <a:lnTo>
                    <a:pt x="711" y="241300"/>
                  </a:lnTo>
                  <a:lnTo>
                    <a:pt x="39255" y="241300"/>
                  </a:lnTo>
                  <a:lnTo>
                    <a:pt x="38722" y="254000"/>
                  </a:lnTo>
                  <a:lnTo>
                    <a:pt x="38328" y="254000"/>
                  </a:lnTo>
                  <a:lnTo>
                    <a:pt x="38011" y="266700"/>
                  </a:lnTo>
                  <a:lnTo>
                    <a:pt x="38074" y="1295400"/>
                  </a:lnTo>
                  <a:close/>
                </a:path>
                <a:path w="8258809" h="1562100">
                  <a:moveTo>
                    <a:pt x="8258632" y="1295400"/>
                  </a:moveTo>
                  <a:lnTo>
                    <a:pt x="8220532" y="1295400"/>
                  </a:lnTo>
                  <a:lnTo>
                    <a:pt x="8220544" y="266700"/>
                  </a:lnTo>
                  <a:lnTo>
                    <a:pt x="8220329" y="254000"/>
                  </a:lnTo>
                  <a:lnTo>
                    <a:pt x="8219948" y="254000"/>
                  </a:lnTo>
                  <a:lnTo>
                    <a:pt x="8219427" y="241300"/>
                  </a:lnTo>
                  <a:lnTo>
                    <a:pt x="8257921" y="241300"/>
                  </a:lnTo>
                  <a:lnTo>
                    <a:pt x="8258365" y="254000"/>
                  </a:lnTo>
                  <a:lnTo>
                    <a:pt x="8258632" y="266700"/>
                  </a:lnTo>
                  <a:lnTo>
                    <a:pt x="8258632" y="1295400"/>
                  </a:lnTo>
                  <a:close/>
                </a:path>
                <a:path w="8258809" h="1562100">
                  <a:moveTo>
                    <a:pt x="39877" y="1320800"/>
                  </a:moveTo>
                  <a:lnTo>
                    <a:pt x="1320" y="1320800"/>
                  </a:lnTo>
                  <a:lnTo>
                    <a:pt x="711" y="1308100"/>
                  </a:lnTo>
                  <a:lnTo>
                    <a:pt x="266" y="1295400"/>
                  </a:lnTo>
                  <a:lnTo>
                    <a:pt x="38303" y="1295400"/>
                  </a:lnTo>
                  <a:lnTo>
                    <a:pt x="38684" y="1308100"/>
                  </a:lnTo>
                  <a:lnTo>
                    <a:pt x="39204" y="1308100"/>
                  </a:lnTo>
                  <a:lnTo>
                    <a:pt x="39877" y="1320800"/>
                  </a:lnTo>
                  <a:close/>
                </a:path>
                <a:path w="8258809" h="1562100">
                  <a:moveTo>
                    <a:pt x="8257311" y="1320800"/>
                  </a:moveTo>
                  <a:lnTo>
                    <a:pt x="8218690" y="1320800"/>
                  </a:lnTo>
                  <a:lnTo>
                    <a:pt x="8219376" y="1308100"/>
                  </a:lnTo>
                  <a:lnTo>
                    <a:pt x="8219909" y="1308100"/>
                  </a:lnTo>
                  <a:lnTo>
                    <a:pt x="8220303" y="1295400"/>
                  </a:lnTo>
                  <a:lnTo>
                    <a:pt x="8258365" y="1295400"/>
                  </a:lnTo>
                  <a:lnTo>
                    <a:pt x="8257921" y="1308100"/>
                  </a:lnTo>
                  <a:lnTo>
                    <a:pt x="8257311" y="1320800"/>
                  </a:lnTo>
                  <a:close/>
                </a:path>
                <a:path w="8258809" h="1562100">
                  <a:moveTo>
                    <a:pt x="41655" y="1333500"/>
                  </a:moveTo>
                  <a:lnTo>
                    <a:pt x="3060" y="1333500"/>
                  </a:lnTo>
                  <a:lnTo>
                    <a:pt x="2108" y="1320800"/>
                  </a:lnTo>
                  <a:lnTo>
                    <a:pt x="40690" y="1320800"/>
                  </a:lnTo>
                  <a:lnTo>
                    <a:pt x="41655" y="1333500"/>
                  </a:lnTo>
                  <a:close/>
                </a:path>
                <a:path w="8258809" h="1562100">
                  <a:moveTo>
                    <a:pt x="8255571" y="1333500"/>
                  </a:moveTo>
                  <a:lnTo>
                    <a:pt x="8216900" y="1333500"/>
                  </a:lnTo>
                  <a:lnTo>
                    <a:pt x="8217865" y="1320800"/>
                  </a:lnTo>
                  <a:lnTo>
                    <a:pt x="8256523" y="1320800"/>
                  </a:lnTo>
                  <a:lnTo>
                    <a:pt x="8255571" y="1333500"/>
                  </a:lnTo>
                  <a:close/>
                </a:path>
                <a:path w="8258809" h="1562100">
                  <a:moveTo>
                    <a:pt x="43992" y="1346200"/>
                  </a:moveTo>
                  <a:lnTo>
                    <a:pt x="5473" y="1346200"/>
                  </a:lnTo>
                  <a:lnTo>
                    <a:pt x="4190" y="1333500"/>
                  </a:lnTo>
                  <a:lnTo>
                    <a:pt x="42760" y="1333500"/>
                  </a:lnTo>
                  <a:lnTo>
                    <a:pt x="43992" y="1346200"/>
                  </a:lnTo>
                  <a:close/>
                </a:path>
                <a:path w="8258809" h="1562100">
                  <a:moveTo>
                    <a:pt x="8253158" y="1346200"/>
                  </a:moveTo>
                  <a:lnTo>
                    <a:pt x="8214525" y="1346200"/>
                  </a:lnTo>
                  <a:lnTo>
                    <a:pt x="8215782" y="1333500"/>
                  </a:lnTo>
                  <a:lnTo>
                    <a:pt x="8254441" y="1333500"/>
                  </a:lnTo>
                  <a:lnTo>
                    <a:pt x="8253158" y="1346200"/>
                  </a:lnTo>
                  <a:close/>
                </a:path>
                <a:path w="8258809" h="1562100">
                  <a:moveTo>
                    <a:pt x="48679" y="1358900"/>
                  </a:moveTo>
                  <a:lnTo>
                    <a:pt x="8534" y="1358900"/>
                  </a:lnTo>
                  <a:lnTo>
                    <a:pt x="6921" y="1346200"/>
                  </a:lnTo>
                  <a:lnTo>
                    <a:pt x="46888" y="1346200"/>
                  </a:lnTo>
                  <a:lnTo>
                    <a:pt x="48679" y="1358900"/>
                  </a:lnTo>
                  <a:close/>
                </a:path>
                <a:path w="8258809" h="1562100">
                  <a:moveTo>
                    <a:pt x="8250097" y="1358900"/>
                  </a:moveTo>
                  <a:lnTo>
                    <a:pt x="8209953" y="1358900"/>
                  </a:lnTo>
                  <a:lnTo>
                    <a:pt x="8211743" y="1346200"/>
                  </a:lnTo>
                  <a:lnTo>
                    <a:pt x="8251710" y="1346200"/>
                  </a:lnTo>
                  <a:lnTo>
                    <a:pt x="8250097" y="1358900"/>
                  </a:lnTo>
                  <a:close/>
                </a:path>
                <a:path w="8258809" h="1562100">
                  <a:moveTo>
                    <a:pt x="52400" y="1371599"/>
                  </a:moveTo>
                  <a:lnTo>
                    <a:pt x="12230" y="1371599"/>
                  </a:lnTo>
                  <a:lnTo>
                    <a:pt x="10299" y="1358900"/>
                  </a:lnTo>
                  <a:lnTo>
                    <a:pt x="50330" y="1358900"/>
                  </a:lnTo>
                  <a:lnTo>
                    <a:pt x="52400" y="1371599"/>
                  </a:lnTo>
                  <a:close/>
                </a:path>
                <a:path w="8258809" h="1562100">
                  <a:moveTo>
                    <a:pt x="8246402" y="1371599"/>
                  </a:moveTo>
                  <a:lnTo>
                    <a:pt x="8206232" y="1371599"/>
                  </a:lnTo>
                  <a:lnTo>
                    <a:pt x="8208302" y="1358900"/>
                  </a:lnTo>
                  <a:lnTo>
                    <a:pt x="8248319" y="1358900"/>
                  </a:lnTo>
                  <a:lnTo>
                    <a:pt x="8246402" y="1371599"/>
                  </a:lnTo>
                  <a:close/>
                </a:path>
                <a:path w="8258809" h="1562100">
                  <a:moveTo>
                    <a:pt x="85140" y="1435099"/>
                  </a:moveTo>
                  <a:lnTo>
                    <a:pt x="39585" y="1435099"/>
                  </a:lnTo>
                  <a:lnTo>
                    <a:pt x="32981" y="1422399"/>
                  </a:lnTo>
                  <a:lnTo>
                    <a:pt x="26936" y="1409699"/>
                  </a:lnTo>
                  <a:lnTo>
                    <a:pt x="21450" y="1396999"/>
                  </a:lnTo>
                  <a:lnTo>
                    <a:pt x="16586" y="1384299"/>
                  </a:lnTo>
                  <a:lnTo>
                    <a:pt x="14312" y="1371599"/>
                  </a:lnTo>
                  <a:lnTo>
                    <a:pt x="52158" y="1371599"/>
                  </a:lnTo>
                  <a:lnTo>
                    <a:pt x="56718" y="1384299"/>
                  </a:lnTo>
                  <a:lnTo>
                    <a:pt x="61061" y="1384299"/>
                  </a:lnTo>
                  <a:lnTo>
                    <a:pt x="66687" y="1396999"/>
                  </a:lnTo>
                  <a:lnTo>
                    <a:pt x="66243" y="1396999"/>
                  </a:lnTo>
                  <a:lnTo>
                    <a:pt x="72389" y="1409699"/>
                  </a:lnTo>
                  <a:lnTo>
                    <a:pt x="71907" y="1409699"/>
                  </a:lnTo>
                  <a:lnTo>
                    <a:pt x="78536" y="1422399"/>
                  </a:lnTo>
                  <a:lnTo>
                    <a:pt x="78028" y="1422399"/>
                  </a:lnTo>
                  <a:lnTo>
                    <a:pt x="85140" y="1435099"/>
                  </a:lnTo>
                  <a:close/>
                </a:path>
                <a:path w="8258809" h="1562100">
                  <a:moveTo>
                    <a:pt x="8219046" y="1435099"/>
                  </a:moveTo>
                  <a:lnTo>
                    <a:pt x="8173491" y="1435099"/>
                  </a:lnTo>
                  <a:lnTo>
                    <a:pt x="8180603" y="1422399"/>
                  </a:lnTo>
                  <a:lnTo>
                    <a:pt x="8180095" y="1422399"/>
                  </a:lnTo>
                  <a:lnTo>
                    <a:pt x="8186724" y="1409699"/>
                  </a:lnTo>
                  <a:lnTo>
                    <a:pt x="8186242" y="1409699"/>
                  </a:lnTo>
                  <a:lnTo>
                    <a:pt x="8192388" y="1396999"/>
                  </a:lnTo>
                  <a:lnTo>
                    <a:pt x="8191944" y="1396999"/>
                  </a:lnTo>
                  <a:lnTo>
                    <a:pt x="8197570" y="1384299"/>
                  </a:lnTo>
                  <a:lnTo>
                    <a:pt x="8201913" y="1384299"/>
                  </a:lnTo>
                  <a:lnTo>
                    <a:pt x="8206473" y="1371599"/>
                  </a:lnTo>
                  <a:lnTo>
                    <a:pt x="8244319" y="1371599"/>
                  </a:lnTo>
                  <a:lnTo>
                    <a:pt x="8242046" y="1384299"/>
                  </a:lnTo>
                  <a:lnTo>
                    <a:pt x="8237181" y="1396999"/>
                  </a:lnTo>
                  <a:lnTo>
                    <a:pt x="8231695" y="1409699"/>
                  </a:lnTo>
                  <a:lnTo>
                    <a:pt x="8225637" y="1422399"/>
                  </a:lnTo>
                  <a:lnTo>
                    <a:pt x="8219046" y="1435099"/>
                  </a:lnTo>
                  <a:close/>
                </a:path>
                <a:path w="8258809" h="1562100">
                  <a:moveTo>
                    <a:pt x="92163" y="1435099"/>
                  </a:moveTo>
                  <a:lnTo>
                    <a:pt x="85140" y="1435099"/>
                  </a:lnTo>
                  <a:lnTo>
                    <a:pt x="84594" y="1422399"/>
                  </a:lnTo>
                  <a:lnTo>
                    <a:pt x="92163" y="1435099"/>
                  </a:lnTo>
                  <a:close/>
                </a:path>
                <a:path w="8258809" h="1562100">
                  <a:moveTo>
                    <a:pt x="8173491" y="1435099"/>
                  </a:moveTo>
                  <a:lnTo>
                    <a:pt x="8166468" y="1435099"/>
                  </a:lnTo>
                  <a:lnTo>
                    <a:pt x="8174037" y="1422399"/>
                  </a:lnTo>
                  <a:lnTo>
                    <a:pt x="8173491" y="1435099"/>
                  </a:lnTo>
                  <a:close/>
                </a:path>
                <a:path w="8258809" h="1562100">
                  <a:moveTo>
                    <a:pt x="142405" y="1485899"/>
                  </a:moveTo>
                  <a:lnTo>
                    <a:pt x="80162" y="1485899"/>
                  </a:lnTo>
                  <a:lnTo>
                    <a:pt x="71094" y="1473199"/>
                  </a:lnTo>
                  <a:lnTo>
                    <a:pt x="62483" y="1460499"/>
                  </a:lnTo>
                  <a:lnTo>
                    <a:pt x="54355" y="1447799"/>
                  </a:lnTo>
                  <a:lnTo>
                    <a:pt x="46710" y="1435099"/>
                  </a:lnTo>
                  <a:lnTo>
                    <a:pt x="91579" y="1435099"/>
                  </a:lnTo>
                  <a:lnTo>
                    <a:pt x="99593" y="1447799"/>
                  </a:lnTo>
                  <a:lnTo>
                    <a:pt x="98983" y="1447799"/>
                  </a:lnTo>
                  <a:lnTo>
                    <a:pt x="107429" y="1460499"/>
                  </a:lnTo>
                  <a:lnTo>
                    <a:pt x="114960" y="1460499"/>
                  </a:lnTo>
                  <a:lnTo>
                    <a:pt x="124218" y="1473199"/>
                  </a:lnTo>
                  <a:lnTo>
                    <a:pt x="132410" y="1473199"/>
                  </a:lnTo>
                  <a:lnTo>
                    <a:pt x="142405" y="1485899"/>
                  </a:lnTo>
                  <a:close/>
                </a:path>
                <a:path w="8258809" h="1562100">
                  <a:moveTo>
                    <a:pt x="8178469" y="1485899"/>
                  </a:moveTo>
                  <a:lnTo>
                    <a:pt x="8116227" y="1485899"/>
                  </a:lnTo>
                  <a:lnTo>
                    <a:pt x="8126221" y="1473199"/>
                  </a:lnTo>
                  <a:lnTo>
                    <a:pt x="8134413" y="1473199"/>
                  </a:lnTo>
                  <a:lnTo>
                    <a:pt x="8143671" y="1460499"/>
                  </a:lnTo>
                  <a:lnTo>
                    <a:pt x="8151202" y="1460499"/>
                  </a:lnTo>
                  <a:lnTo>
                    <a:pt x="8159648" y="1447799"/>
                  </a:lnTo>
                  <a:lnTo>
                    <a:pt x="8159038" y="1447799"/>
                  </a:lnTo>
                  <a:lnTo>
                    <a:pt x="8167052" y="1435099"/>
                  </a:lnTo>
                  <a:lnTo>
                    <a:pt x="8211921" y="1435099"/>
                  </a:lnTo>
                  <a:lnTo>
                    <a:pt x="8204276" y="1447799"/>
                  </a:lnTo>
                  <a:lnTo>
                    <a:pt x="8196148" y="1460499"/>
                  </a:lnTo>
                  <a:lnTo>
                    <a:pt x="8187537" y="1473199"/>
                  </a:lnTo>
                  <a:lnTo>
                    <a:pt x="8178469" y="1485899"/>
                  </a:lnTo>
                  <a:close/>
                </a:path>
                <a:path w="8258809" h="1562100">
                  <a:moveTo>
                    <a:pt x="115633" y="1460499"/>
                  </a:moveTo>
                  <a:lnTo>
                    <a:pt x="107429" y="1460499"/>
                  </a:lnTo>
                  <a:lnTo>
                    <a:pt x="106781" y="1447799"/>
                  </a:lnTo>
                  <a:lnTo>
                    <a:pt x="115633" y="1460499"/>
                  </a:lnTo>
                  <a:close/>
                </a:path>
                <a:path w="8258809" h="1562100">
                  <a:moveTo>
                    <a:pt x="8151202" y="1460499"/>
                  </a:moveTo>
                  <a:lnTo>
                    <a:pt x="8142998" y="1460499"/>
                  </a:lnTo>
                  <a:lnTo>
                    <a:pt x="8151850" y="1447799"/>
                  </a:lnTo>
                  <a:lnTo>
                    <a:pt x="8151202" y="1460499"/>
                  </a:lnTo>
                  <a:close/>
                </a:path>
                <a:path w="8258809" h="1562100">
                  <a:moveTo>
                    <a:pt x="193243" y="1511299"/>
                  </a:moveTo>
                  <a:lnTo>
                    <a:pt x="109956" y="1511299"/>
                  </a:lnTo>
                  <a:lnTo>
                    <a:pt x="99618" y="1498599"/>
                  </a:lnTo>
                  <a:lnTo>
                    <a:pt x="89674" y="1485899"/>
                  </a:lnTo>
                  <a:lnTo>
                    <a:pt x="151206" y="1485899"/>
                  </a:lnTo>
                  <a:lnTo>
                    <a:pt x="161886" y="1498599"/>
                  </a:lnTo>
                  <a:lnTo>
                    <a:pt x="181660" y="1498599"/>
                  </a:lnTo>
                  <a:lnTo>
                    <a:pt x="193243" y="1511299"/>
                  </a:lnTo>
                  <a:close/>
                </a:path>
                <a:path w="8258809" h="1562100">
                  <a:moveTo>
                    <a:pt x="8148675" y="1511299"/>
                  </a:moveTo>
                  <a:lnTo>
                    <a:pt x="8065388" y="1511299"/>
                  </a:lnTo>
                  <a:lnTo>
                    <a:pt x="8076971" y="1498599"/>
                  </a:lnTo>
                  <a:lnTo>
                    <a:pt x="8096745" y="1498599"/>
                  </a:lnTo>
                  <a:lnTo>
                    <a:pt x="8107425" y="1485899"/>
                  </a:lnTo>
                  <a:lnTo>
                    <a:pt x="8168957" y="1485899"/>
                  </a:lnTo>
                  <a:lnTo>
                    <a:pt x="8159013" y="1498599"/>
                  </a:lnTo>
                  <a:lnTo>
                    <a:pt x="8148675" y="1511299"/>
                  </a:lnTo>
                  <a:close/>
                </a:path>
                <a:path w="8258809" h="1562100">
                  <a:moveTo>
                    <a:pt x="226593" y="1523999"/>
                  </a:moveTo>
                  <a:lnTo>
                    <a:pt x="131813" y="1523999"/>
                  </a:lnTo>
                  <a:lnTo>
                    <a:pt x="120700" y="1511299"/>
                  </a:lnTo>
                  <a:lnTo>
                    <a:pt x="220395" y="1511299"/>
                  </a:lnTo>
                  <a:lnTo>
                    <a:pt x="226593" y="1523999"/>
                  </a:lnTo>
                  <a:close/>
                </a:path>
                <a:path w="8258809" h="1562100">
                  <a:moveTo>
                    <a:pt x="8126806" y="1523999"/>
                  </a:moveTo>
                  <a:lnTo>
                    <a:pt x="8032038" y="1523999"/>
                  </a:lnTo>
                  <a:lnTo>
                    <a:pt x="8038236" y="1511299"/>
                  </a:lnTo>
                  <a:lnTo>
                    <a:pt x="8137931" y="1511299"/>
                  </a:lnTo>
                  <a:lnTo>
                    <a:pt x="8126806" y="1523999"/>
                  </a:lnTo>
                  <a:close/>
                </a:path>
                <a:path w="8258809" h="1562100">
                  <a:moveTo>
                    <a:pt x="8103514" y="1536699"/>
                  </a:moveTo>
                  <a:lnTo>
                    <a:pt x="155117" y="1536699"/>
                  </a:lnTo>
                  <a:lnTo>
                    <a:pt x="143294" y="1523999"/>
                  </a:lnTo>
                  <a:lnTo>
                    <a:pt x="8115338" y="1523999"/>
                  </a:lnTo>
                  <a:lnTo>
                    <a:pt x="8103514" y="1536699"/>
                  </a:lnTo>
                  <a:close/>
                </a:path>
                <a:path w="8258809" h="1562100">
                  <a:moveTo>
                    <a:pt x="8079041" y="1549399"/>
                  </a:moveTo>
                  <a:lnTo>
                    <a:pt x="179590" y="1549399"/>
                  </a:lnTo>
                  <a:lnTo>
                    <a:pt x="167258" y="1536699"/>
                  </a:lnTo>
                  <a:lnTo>
                    <a:pt x="8091373" y="1536699"/>
                  </a:lnTo>
                  <a:lnTo>
                    <a:pt x="8079041" y="1549399"/>
                  </a:lnTo>
                  <a:close/>
                </a:path>
                <a:path w="8258809" h="1562100">
                  <a:moveTo>
                    <a:pt x="8039912" y="1562099"/>
                  </a:moveTo>
                  <a:lnTo>
                    <a:pt x="218719" y="1562099"/>
                  </a:lnTo>
                  <a:lnTo>
                    <a:pt x="212051" y="1549399"/>
                  </a:lnTo>
                  <a:lnTo>
                    <a:pt x="8046580" y="1549399"/>
                  </a:lnTo>
                  <a:lnTo>
                    <a:pt x="8039912" y="1562099"/>
                  </a:lnTo>
                  <a:close/>
                </a:path>
              </a:pathLst>
            </a:custGeom>
            <a:solidFill>
              <a:srgbClr val="FF0000"/>
            </a:solidFill>
          </p:spPr>
          <p:txBody>
            <a:bodyPr wrap="square" lIns="0" tIns="0" rIns="0" bIns="0" rtlCol="0"/>
            <a:lstStyle/>
            <a:p>
              <a:endParaRPr/>
            </a:p>
          </p:txBody>
        </p:sp>
      </p:grpSp>
      <p:sp>
        <p:nvSpPr>
          <p:cNvPr id="5" name="object 5"/>
          <p:cNvSpPr txBox="1"/>
          <p:nvPr/>
        </p:nvSpPr>
        <p:spPr>
          <a:xfrm>
            <a:off x="59055" y="1461135"/>
            <a:ext cx="2542222" cy="1912062"/>
          </a:xfrm>
          <a:prstGeom prst="rect">
            <a:avLst/>
          </a:prstGeom>
        </p:spPr>
        <p:txBody>
          <a:bodyPr vert="horz" wrap="square" lIns="0" tIns="39370" rIns="0" bIns="0" rtlCol="0">
            <a:spAutoFit/>
          </a:bodyPr>
          <a:lstStyle/>
          <a:p>
            <a:pPr marL="12700" marR="297815" indent="55880">
              <a:lnSpc>
                <a:spcPts val="1730"/>
              </a:lnSpc>
              <a:spcBef>
                <a:spcPts val="310"/>
              </a:spcBef>
            </a:pPr>
            <a:r>
              <a:rPr sz="1600" b="1" dirty="0">
                <a:latin typeface="Segoe UI"/>
                <a:cs typeface="Segoe UI"/>
              </a:rPr>
              <a:t>Step</a:t>
            </a:r>
            <a:r>
              <a:rPr sz="1600" b="1" spc="-35" dirty="0">
                <a:latin typeface="Segoe UI"/>
                <a:cs typeface="Segoe UI"/>
              </a:rPr>
              <a:t> </a:t>
            </a:r>
            <a:r>
              <a:rPr sz="1600" b="1" dirty="0">
                <a:latin typeface="Segoe UI"/>
                <a:cs typeface="Segoe UI"/>
              </a:rPr>
              <a:t>5</a:t>
            </a:r>
            <a:r>
              <a:rPr sz="1600" b="1" spc="-30" dirty="0">
                <a:latin typeface="Segoe UI"/>
                <a:cs typeface="Segoe UI"/>
              </a:rPr>
              <a:t> </a:t>
            </a:r>
            <a:r>
              <a:rPr sz="1600" b="1" dirty="0">
                <a:latin typeface="Segoe UI"/>
                <a:cs typeface="Segoe UI"/>
              </a:rPr>
              <a:t>(a)</a:t>
            </a:r>
            <a:r>
              <a:rPr sz="1600" b="1" spc="-35" dirty="0">
                <a:latin typeface="Segoe UI"/>
                <a:cs typeface="Segoe UI"/>
              </a:rPr>
              <a:t> </a:t>
            </a:r>
            <a:r>
              <a:rPr sz="1600" b="1" dirty="0">
                <a:latin typeface="Segoe UI"/>
                <a:cs typeface="Segoe UI"/>
              </a:rPr>
              <a:t>::Use</a:t>
            </a:r>
            <a:r>
              <a:rPr sz="1600" b="1" spc="-30" dirty="0">
                <a:latin typeface="Segoe UI"/>
                <a:cs typeface="Segoe UI"/>
              </a:rPr>
              <a:t> </a:t>
            </a:r>
            <a:r>
              <a:rPr sz="1600" b="1" dirty="0">
                <a:latin typeface="Segoe UI"/>
                <a:cs typeface="Segoe UI"/>
              </a:rPr>
              <a:t>the</a:t>
            </a:r>
            <a:r>
              <a:rPr sz="1600" b="1" spc="-30" dirty="0">
                <a:latin typeface="Segoe UI"/>
                <a:cs typeface="Segoe UI"/>
              </a:rPr>
              <a:t> </a:t>
            </a:r>
            <a:r>
              <a:rPr sz="1600" b="1" spc="-35" dirty="0">
                <a:latin typeface="Segoe UI"/>
                <a:cs typeface="Segoe UI"/>
              </a:rPr>
              <a:t>“Any</a:t>
            </a:r>
            <a:r>
              <a:rPr sz="1600" b="1" spc="-30" dirty="0">
                <a:latin typeface="Segoe UI"/>
                <a:cs typeface="Segoe UI"/>
              </a:rPr>
              <a:t> </a:t>
            </a:r>
            <a:r>
              <a:rPr sz="1600" b="1" spc="-10" dirty="0">
                <a:latin typeface="Segoe UI"/>
                <a:cs typeface="Segoe UI"/>
              </a:rPr>
              <a:t>Other” </a:t>
            </a:r>
            <a:r>
              <a:rPr sz="1600" b="1" dirty="0">
                <a:latin typeface="Segoe UI"/>
                <a:cs typeface="Segoe UI"/>
              </a:rPr>
              <a:t>Option</a:t>
            </a:r>
            <a:r>
              <a:rPr sz="1600" b="1" spc="-10" dirty="0">
                <a:latin typeface="Segoe UI"/>
                <a:cs typeface="Segoe UI"/>
              </a:rPr>
              <a:t> </a:t>
            </a:r>
            <a:r>
              <a:rPr sz="1600" b="1" dirty="0">
                <a:latin typeface="Segoe UI"/>
                <a:cs typeface="Segoe UI"/>
              </a:rPr>
              <a:t>if</a:t>
            </a:r>
            <a:r>
              <a:rPr sz="1600" b="1" spc="-10" dirty="0">
                <a:latin typeface="Segoe UI"/>
                <a:cs typeface="Segoe UI"/>
              </a:rPr>
              <a:t> Needed</a:t>
            </a:r>
            <a:endParaRPr sz="1600">
              <a:latin typeface="Segoe UI"/>
              <a:cs typeface="Segoe UI"/>
            </a:endParaRPr>
          </a:p>
          <a:p>
            <a:pPr marL="340360" marR="5080" indent="6985">
              <a:lnSpc>
                <a:spcPts val="1730"/>
              </a:lnSpc>
              <a:spcBef>
                <a:spcPts val="990"/>
              </a:spcBef>
            </a:pPr>
            <a:r>
              <a:rPr sz="1600" b="1" dirty="0">
                <a:latin typeface="Segoe UI"/>
                <a:cs typeface="Segoe UI"/>
              </a:rPr>
              <a:t>If</a:t>
            </a:r>
            <a:r>
              <a:rPr sz="1600" b="1" spc="-25" dirty="0">
                <a:latin typeface="Segoe UI"/>
                <a:cs typeface="Segoe UI"/>
              </a:rPr>
              <a:t> </a:t>
            </a:r>
            <a:r>
              <a:rPr sz="1600" b="1" dirty="0">
                <a:latin typeface="Segoe UI"/>
                <a:cs typeface="Segoe UI"/>
              </a:rPr>
              <a:t>your</a:t>
            </a:r>
            <a:r>
              <a:rPr sz="1600" b="1" spc="-25" dirty="0">
                <a:latin typeface="Segoe UI"/>
                <a:cs typeface="Segoe UI"/>
              </a:rPr>
              <a:t> </a:t>
            </a:r>
            <a:r>
              <a:rPr sz="1600" b="1" dirty="0">
                <a:latin typeface="Segoe UI"/>
                <a:cs typeface="Segoe UI"/>
              </a:rPr>
              <a:t>preferred</a:t>
            </a:r>
            <a:r>
              <a:rPr sz="1600" b="1" spc="-20" dirty="0">
                <a:latin typeface="Segoe UI"/>
                <a:cs typeface="Segoe UI"/>
              </a:rPr>
              <a:t> </a:t>
            </a:r>
            <a:r>
              <a:rPr sz="1600" b="1" dirty="0">
                <a:latin typeface="Segoe UI"/>
                <a:cs typeface="Segoe UI"/>
              </a:rPr>
              <a:t>option</a:t>
            </a:r>
            <a:r>
              <a:rPr sz="1600" b="1" spc="-20" dirty="0">
                <a:latin typeface="Segoe UI"/>
                <a:cs typeface="Segoe UI"/>
              </a:rPr>
              <a:t> </a:t>
            </a:r>
            <a:r>
              <a:rPr sz="1600" b="1" dirty="0">
                <a:latin typeface="Segoe UI"/>
                <a:cs typeface="Segoe UI"/>
              </a:rPr>
              <a:t>is</a:t>
            </a:r>
            <a:r>
              <a:rPr sz="1600" b="1" spc="-20" dirty="0">
                <a:latin typeface="Segoe UI"/>
                <a:cs typeface="Segoe UI"/>
              </a:rPr>
              <a:t> </a:t>
            </a:r>
            <a:r>
              <a:rPr sz="1600" b="1" spc="-25" dirty="0">
                <a:latin typeface="Segoe UI"/>
                <a:cs typeface="Segoe UI"/>
              </a:rPr>
              <a:t>not </a:t>
            </a:r>
            <a:r>
              <a:rPr sz="1600" b="1" dirty="0">
                <a:latin typeface="Segoe UI"/>
                <a:cs typeface="Segoe UI"/>
              </a:rPr>
              <a:t>listed,</a:t>
            </a:r>
            <a:r>
              <a:rPr sz="1600" b="1" spc="-25" dirty="0">
                <a:latin typeface="Segoe UI"/>
                <a:cs typeface="Segoe UI"/>
              </a:rPr>
              <a:t> </a:t>
            </a:r>
            <a:r>
              <a:rPr sz="1600" b="1" dirty="0">
                <a:latin typeface="Segoe UI"/>
                <a:cs typeface="Segoe UI"/>
              </a:rPr>
              <a:t>choose</a:t>
            </a:r>
            <a:r>
              <a:rPr sz="1600" b="1" spc="-25" dirty="0">
                <a:latin typeface="Segoe UI"/>
                <a:cs typeface="Segoe UI"/>
              </a:rPr>
              <a:t> </a:t>
            </a:r>
            <a:r>
              <a:rPr sz="1600" b="1" dirty="0">
                <a:latin typeface="Segoe UI"/>
                <a:cs typeface="Segoe UI"/>
              </a:rPr>
              <a:t>the</a:t>
            </a:r>
            <a:r>
              <a:rPr sz="1600" b="1" spc="-25" dirty="0">
                <a:latin typeface="Segoe UI"/>
                <a:cs typeface="Segoe UI"/>
              </a:rPr>
              <a:t> </a:t>
            </a:r>
            <a:r>
              <a:rPr sz="1600" b="1" spc="-35" dirty="0">
                <a:latin typeface="Segoe UI"/>
                <a:cs typeface="Segoe UI"/>
              </a:rPr>
              <a:t>“Any</a:t>
            </a:r>
            <a:r>
              <a:rPr sz="1600" b="1" spc="-25" dirty="0">
                <a:latin typeface="Segoe UI"/>
                <a:cs typeface="Segoe UI"/>
              </a:rPr>
              <a:t> </a:t>
            </a:r>
            <a:r>
              <a:rPr sz="1600" b="1" spc="-10" dirty="0">
                <a:latin typeface="Segoe UI"/>
                <a:cs typeface="Segoe UI"/>
              </a:rPr>
              <a:t>Other” </a:t>
            </a:r>
            <a:r>
              <a:rPr sz="1600" b="1" dirty="0">
                <a:latin typeface="Segoe UI"/>
                <a:cs typeface="Segoe UI"/>
              </a:rPr>
              <a:t>option</a:t>
            </a:r>
            <a:r>
              <a:rPr sz="1600" b="1" spc="-15" dirty="0">
                <a:latin typeface="Segoe UI"/>
                <a:cs typeface="Segoe UI"/>
              </a:rPr>
              <a:t> </a:t>
            </a:r>
            <a:r>
              <a:rPr sz="1600" b="1" dirty="0">
                <a:latin typeface="Segoe UI"/>
                <a:cs typeface="Segoe UI"/>
              </a:rPr>
              <a:t>shown</a:t>
            </a:r>
            <a:r>
              <a:rPr sz="1600" b="1" spc="-10" dirty="0">
                <a:latin typeface="Segoe UI"/>
                <a:cs typeface="Segoe UI"/>
              </a:rPr>
              <a:t> </a:t>
            </a:r>
            <a:r>
              <a:rPr sz="1600" b="1" dirty="0">
                <a:latin typeface="Segoe UI"/>
                <a:cs typeface="Segoe UI"/>
              </a:rPr>
              <a:t>under</a:t>
            </a:r>
            <a:r>
              <a:rPr sz="1600" b="1" spc="-15" dirty="0">
                <a:latin typeface="Segoe UI"/>
                <a:cs typeface="Segoe UI"/>
              </a:rPr>
              <a:t> </a:t>
            </a:r>
            <a:r>
              <a:rPr sz="1600" b="1" dirty="0">
                <a:latin typeface="Segoe UI"/>
                <a:cs typeface="Segoe UI"/>
              </a:rPr>
              <a:t>the</a:t>
            </a:r>
            <a:r>
              <a:rPr sz="1600" b="1" spc="-10" dirty="0">
                <a:latin typeface="Segoe UI"/>
                <a:cs typeface="Segoe UI"/>
              </a:rPr>
              <a:t> course.</a:t>
            </a:r>
            <a:endParaRPr sz="1600">
              <a:latin typeface="Segoe UI"/>
              <a:cs typeface="Segoe U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9054" y="727709"/>
            <a:ext cx="3679508" cy="775212"/>
          </a:xfrm>
          <a:prstGeom prst="rect">
            <a:avLst/>
          </a:prstGeom>
        </p:spPr>
        <p:txBody>
          <a:bodyPr vert="horz" wrap="square" lIns="0" tIns="43815" rIns="0" bIns="0" rtlCol="0">
            <a:spAutoFit/>
          </a:bodyPr>
          <a:lstStyle/>
          <a:p>
            <a:pPr marL="12700" marR="5080">
              <a:lnSpc>
                <a:spcPts val="1939"/>
              </a:lnSpc>
              <a:spcBef>
                <a:spcPts val="345"/>
              </a:spcBef>
            </a:pPr>
            <a:r>
              <a:rPr sz="1800" b="1" dirty="0">
                <a:latin typeface="Segoe UI"/>
                <a:cs typeface="Segoe UI"/>
              </a:rPr>
              <a:t>Step</a:t>
            </a:r>
            <a:r>
              <a:rPr sz="1800" b="1" spc="-45" dirty="0">
                <a:latin typeface="Segoe UI"/>
                <a:cs typeface="Segoe UI"/>
              </a:rPr>
              <a:t> </a:t>
            </a:r>
            <a:r>
              <a:rPr sz="1800" b="1" dirty="0">
                <a:latin typeface="Segoe UI"/>
                <a:cs typeface="Segoe UI"/>
              </a:rPr>
              <a:t>6::</a:t>
            </a:r>
            <a:r>
              <a:rPr sz="1800" b="1" spc="-35" dirty="0">
                <a:latin typeface="Segoe UI"/>
                <a:cs typeface="Segoe UI"/>
              </a:rPr>
              <a:t> </a:t>
            </a:r>
            <a:r>
              <a:rPr sz="1800" b="1" dirty="0">
                <a:latin typeface="Segoe UI"/>
                <a:cs typeface="Segoe UI"/>
              </a:rPr>
              <a:t>Fill</a:t>
            </a:r>
            <a:r>
              <a:rPr sz="1800" b="1" spc="-40" dirty="0">
                <a:latin typeface="Segoe UI"/>
                <a:cs typeface="Segoe UI"/>
              </a:rPr>
              <a:t> </a:t>
            </a:r>
            <a:r>
              <a:rPr sz="1800" b="1" dirty="0">
                <a:latin typeface="Segoe UI"/>
                <a:cs typeface="Segoe UI"/>
              </a:rPr>
              <a:t>all</a:t>
            </a:r>
            <a:r>
              <a:rPr sz="1800" b="1" spc="-45" dirty="0">
                <a:latin typeface="Segoe UI"/>
                <a:cs typeface="Segoe UI"/>
              </a:rPr>
              <a:t> </a:t>
            </a:r>
            <a:r>
              <a:rPr sz="1800" b="1" dirty="0">
                <a:latin typeface="Segoe UI"/>
                <a:cs typeface="Segoe UI"/>
              </a:rPr>
              <a:t>the</a:t>
            </a:r>
            <a:r>
              <a:rPr sz="1800" b="1" spc="-40" dirty="0">
                <a:latin typeface="Segoe UI"/>
                <a:cs typeface="Segoe UI"/>
              </a:rPr>
              <a:t> </a:t>
            </a:r>
            <a:r>
              <a:rPr sz="1800" b="1" dirty="0">
                <a:latin typeface="Segoe UI"/>
                <a:cs typeface="Segoe UI"/>
              </a:rPr>
              <a:t>relevant</a:t>
            </a:r>
            <a:r>
              <a:rPr sz="1800" b="1" spc="-40" dirty="0">
                <a:latin typeface="Segoe UI"/>
                <a:cs typeface="Segoe UI"/>
              </a:rPr>
              <a:t> </a:t>
            </a:r>
            <a:r>
              <a:rPr sz="1800" b="1" dirty="0">
                <a:latin typeface="Segoe UI"/>
                <a:cs typeface="Segoe UI"/>
              </a:rPr>
              <a:t>details</a:t>
            </a:r>
            <a:r>
              <a:rPr sz="1800" b="1" spc="-40" dirty="0">
                <a:latin typeface="Segoe UI"/>
                <a:cs typeface="Segoe UI"/>
              </a:rPr>
              <a:t> </a:t>
            </a:r>
            <a:r>
              <a:rPr sz="1800" b="1" dirty="0">
                <a:latin typeface="Segoe UI"/>
                <a:cs typeface="Segoe UI"/>
              </a:rPr>
              <a:t>and</a:t>
            </a:r>
            <a:r>
              <a:rPr sz="1800" b="1" spc="-45" dirty="0">
                <a:latin typeface="Segoe UI"/>
                <a:cs typeface="Segoe UI"/>
              </a:rPr>
              <a:t> </a:t>
            </a:r>
            <a:r>
              <a:rPr sz="1800" b="1" spc="-10" dirty="0">
                <a:latin typeface="Segoe UI"/>
                <a:cs typeface="Segoe UI"/>
              </a:rPr>
              <a:t>upload </a:t>
            </a:r>
            <a:r>
              <a:rPr sz="1800" b="1" dirty="0">
                <a:latin typeface="Segoe UI"/>
                <a:cs typeface="Segoe UI"/>
              </a:rPr>
              <a:t>the</a:t>
            </a:r>
            <a:r>
              <a:rPr sz="1800" b="1" spc="-40" dirty="0">
                <a:latin typeface="Segoe UI"/>
                <a:cs typeface="Segoe UI"/>
              </a:rPr>
              <a:t> </a:t>
            </a:r>
            <a:r>
              <a:rPr sz="1800" b="1" dirty="0">
                <a:latin typeface="Segoe UI"/>
                <a:cs typeface="Segoe UI"/>
              </a:rPr>
              <a:t>required</a:t>
            </a:r>
            <a:r>
              <a:rPr sz="1800" b="1" spc="-35" dirty="0">
                <a:latin typeface="Segoe UI"/>
                <a:cs typeface="Segoe UI"/>
              </a:rPr>
              <a:t> </a:t>
            </a:r>
            <a:r>
              <a:rPr sz="1800" b="1" dirty="0">
                <a:latin typeface="Segoe UI"/>
                <a:cs typeface="Segoe UI"/>
              </a:rPr>
              <a:t>proof</a:t>
            </a:r>
            <a:r>
              <a:rPr sz="1800" b="1" spc="-35" dirty="0">
                <a:latin typeface="Segoe UI"/>
                <a:cs typeface="Segoe UI"/>
              </a:rPr>
              <a:t> </a:t>
            </a:r>
            <a:r>
              <a:rPr sz="1800" b="1" dirty="0">
                <a:latin typeface="Segoe UI"/>
                <a:cs typeface="Segoe UI"/>
              </a:rPr>
              <a:t>and</a:t>
            </a:r>
            <a:r>
              <a:rPr sz="1800" b="1" spc="-40" dirty="0">
                <a:latin typeface="Segoe UI"/>
                <a:cs typeface="Segoe UI"/>
              </a:rPr>
              <a:t> </a:t>
            </a:r>
            <a:r>
              <a:rPr sz="1800" b="1" dirty="0">
                <a:latin typeface="Segoe UI"/>
                <a:cs typeface="Segoe UI"/>
              </a:rPr>
              <a:t>click</a:t>
            </a:r>
            <a:r>
              <a:rPr sz="1800" b="1" spc="-35" dirty="0">
                <a:latin typeface="Segoe UI"/>
                <a:cs typeface="Segoe UI"/>
              </a:rPr>
              <a:t> </a:t>
            </a:r>
            <a:r>
              <a:rPr sz="1800" b="1" dirty="0">
                <a:latin typeface="Segoe UI"/>
                <a:cs typeface="Segoe UI"/>
              </a:rPr>
              <a:t>on</a:t>
            </a:r>
            <a:r>
              <a:rPr sz="1800" b="1" spc="-35" dirty="0">
                <a:latin typeface="Segoe UI"/>
                <a:cs typeface="Segoe UI"/>
              </a:rPr>
              <a:t> </a:t>
            </a:r>
            <a:r>
              <a:rPr sz="1800" b="1" dirty="0">
                <a:latin typeface="Segoe UI"/>
                <a:cs typeface="Segoe UI"/>
              </a:rPr>
              <a:t>save</a:t>
            </a:r>
            <a:r>
              <a:rPr sz="1800" b="1" spc="-40" dirty="0">
                <a:latin typeface="Segoe UI"/>
                <a:cs typeface="Segoe UI"/>
              </a:rPr>
              <a:t> </a:t>
            </a:r>
            <a:r>
              <a:rPr sz="1800" b="1" spc="-10" dirty="0">
                <a:latin typeface="Segoe UI"/>
                <a:cs typeface="Segoe UI"/>
              </a:rPr>
              <a:t>draft</a:t>
            </a:r>
            <a:endParaRPr sz="1800">
              <a:latin typeface="Segoe UI"/>
              <a:cs typeface="Segoe UI"/>
            </a:endParaRPr>
          </a:p>
        </p:txBody>
      </p:sp>
      <p:grpSp>
        <p:nvGrpSpPr>
          <p:cNvPr id="3" name="object 3"/>
          <p:cNvGrpSpPr/>
          <p:nvPr/>
        </p:nvGrpSpPr>
        <p:grpSpPr>
          <a:xfrm>
            <a:off x="3855340" y="713231"/>
            <a:ext cx="4968716" cy="5494020"/>
            <a:chOff x="5140452" y="713231"/>
            <a:chExt cx="6624955" cy="5494020"/>
          </a:xfrm>
        </p:grpSpPr>
        <p:pic>
          <p:nvPicPr>
            <p:cNvPr id="4" name="object 4"/>
            <p:cNvPicPr/>
            <p:nvPr/>
          </p:nvPicPr>
          <p:blipFill>
            <a:blip r:embed="rId2" cstate="print"/>
            <a:stretch>
              <a:fillRect/>
            </a:stretch>
          </p:blipFill>
          <p:spPr>
            <a:xfrm>
              <a:off x="5140452" y="713231"/>
              <a:ext cx="6294120" cy="5493981"/>
            </a:xfrm>
            <a:prstGeom prst="rect">
              <a:avLst/>
            </a:prstGeom>
          </p:spPr>
        </p:pic>
        <p:sp>
          <p:nvSpPr>
            <p:cNvPr id="5" name="object 5"/>
            <p:cNvSpPr/>
            <p:nvPr/>
          </p:nvSpPr>
          <p:spPr>
            <a:xfrm>
              <a:off x="6109970" y="2282278"/>
              <a:ext cx="5655310" cy="3392170"/>
            </a:xfrm>
            <a:custGeom>
              <a:avLst/>
              <a:gdLst/>
              <a:ahLst/>
              <a:cxnLst/>
              <a:rect l="l" t="t" r="r" b="b"/>
              <a:pathLst>
                <a:path w="5655309" h="3392170">
                  <a:moveTo>
                    <a:pt x="1850390" y="2669451"/>
                  </a:moveTo>
                  <a:lnTo>
                    <a:pt x="1846249" y="2633891"/>
                  </a:lnTo>
                  <a:lnTo>
                    <a:pt x="1807006" y="2633891"/>
                  </a:lnTo>
                  <a:lnTo>
                    <a:pt x="1808594" y="2640241"/>
                  </a:lnTo>
                  <a:lnTo>
                    <a:pt x="1809927" y="2645321"/>
                  </a:lnTo>
                  <a:lnTo>
                    <a:pt x="1809737" y="2645321"/>
                  </a:lnTo>
                  <a:lnTo>
                    <a:pt x="1810956" y="2651645"/>
                  </a:lnTo>
                  <a:lnTo>
                    <a:pt x="1811718" y="2658021"/>
                  </a:lnTo>
                  <a:lnTo>
                    <a:pt x="1811972" y="2661831"/>
                  </a:lnTo>
                  <a:lnTo>
                    <a:pt x="1811972" y="3239681"/>
                  </a:lnTo>
                  <a:lnTo>
                    <a:pt x="1811616" y="3244761"/>
                  </a:lnTo>
                  <a:lnTo>
                    <a:pt x="1811108" y="3248571"/>
                  </a:lnTo>
                  <a:lnTo>
                    <a:pt x="1810816" y="3251111"/>
                  </a:lnTo>
                  <a:lnTo>
                    <a:pt x="1809927" y="3256191"/>
                  </a:lnTo>
                  <a:lnTo>
                    <a:pt x="1808353" y="3262541"/>
                  </a:lnTo>
                  <a:lnTo>
                    <a:pt x="1807959" y="3263811"/>
                  </a:lnTo>
                  <a:lnTo>
                    <a:pt x="1807095" y="3267265"/>
                  </a:lnTo>
                  <a:lnTo>
                    <a:pt x="1806968" y="3267633"/>
                  </a:lnTo>
                  <a:lnTo>
                    <a:pt x="1804771" y="3273971"/>
                  </a:lnTo>
                  <a:lnTo>
                    <a:pt x="1805063" y="3272752"/>
                  </a:lnTo>
                  <a:lnTo>
                    <a:pt x="1802574" y="3279051"/>
                  </a:lnTo>
                  <a:lnTo>
                    <a:pt x="1802930" y="3279051"/>
                  </a:lnTo>
                  <a:lnTo>
                    <a:pt x="1800123" y="3285401"/>
                  </a:lnTo>
                  <a:lnTo>
                    <a:pt x="1800529" y="3284131"/>
                  </a:lnTo>
                  <a:lnTo>
                    <a:pt x="1797418" y="3290481"/>
                  </a:lnTo>
                  <a:lnTo>
                    <a:pt x="1797862" y="3289211"/>
                  </a:lnTo>
                  <a:lnTo>
                    <a:pt x="1794471" y="3295561"/>
                  </a:lnTo>
                  <a:lnTo>
                    <a:pt x="1794954" y="3294291"/>
                  </a:lnTo>
                  <a:lnTo>
                    <a:pt x="1791296" y="3300641"/>
                  </a:lnTo>
                  <a:lnTo>
                    <a:pt x="1791817" y="3299371"/>
                  </a:lnTo>
                  <a:lnTo>
                    <a:pt x="1787893" y="3304451"/>
                  </a:lnTo>
                  <a:lnTo>
                    <a:pt x="1788439" y="3304451"/>
                  </a:lnTo>
                  <a:lnTo>
                    <a:pt x="1784261" y="3309531"/>
                  </a:lnTo>
                  <a:lnTo>
                    <a:pt x="1784845" y="3308261"/>
                  </a:lnTo>
                  <a:lnTo>
                    <a:pt x="1780425" y="3313341"/>
                  </a:lnTo>
                  <a:lnTo>
                    <a:pt x="1781035" y="3313341"/>
                  </a:lnTo>
                  <a:lnTo>
                    <a:pt x="1776387" y="3318421"/>
                  </a:lnTo>
                  <a:lnTo>
                    <a:pt x="1777022" y="3317151"/>
                  </a:lnTo>
                  <a:lnTo>
                    <a:pt x="1772145" y="3322231"/>
                  </a:lnTo>
                  <a:lnTo>
                    <a:pt x="1772818" y="3320961"/>
                  </a:lnTo>
                  <a:lnTo>
                    <a:pt x="1767725" y="3326041"/>
                  </a:lnTo>
                  <a:lnTo>
                    <a:pt x="1768424" y="3324771"/>
                  </a:lnTo>
                  <a:lnTo>
                    <a:pt x="1763115" y="3329851"/>
                  </a:lnTo>
                  <a:lnTo>
                    <a:pt x="1763839" y="3328581"/>
                  </a:lnTo>
                  <a:lnTo>
                    <a:pt x="1758327" y="3332391"/>
                  </a:lnTo>
                  <a:lnTo>
                    <a:pt x="1759089" y="3332391"/>
                  </a:lnTo>
                  <a:lnTo>
                    <a:pt x="1753387" y="3336201"/>
                  </a:lnTo>
                  <a:lnTo>
                    <a:pt x="1754174" y="3334931"/>
                  </a:lnTo>
                  <a:lnTo>
                    <a:pt x="1748294" y="3338741"/>
                  </a:lnTo>
                  <a:lnTo>
                    <a:pt x="1749094" y="3338741"/>
                  </a:lnTo>
                  <a:lnTo>
                    <a:pt x="1743036" y="3341281"/>
                  </a:lnTo>
                  <a:lnTo>
                    <a:pt x="1743875" y="3341281"/>
                  </a:lnTo>
                  <a:lnTo>
                    <a:pt x="1737652" y="3343821"/>
                  </a:lnTo>
                  <a:lnTo>
                    <a:pt x="1738515" y="3343821"/>
                  </a:lnTo>
                  <a:lnTo>
                    <a:pt x="1732127" y="3346361"/>
                  </a:lnTo>
                  <a:lnTo>
                    <a:pt x="1733003" y="3346361"/>
                  </a:lnTo>
                  <a:lnTo>
                    <a:pt x="1726476" y="3347631"/>
                  </a:lnTo>
                  <a:lnTo>
                    <a:pt x="1727377" y="3347631"/>
                  </a:lnTo>
                  <a:lnTo>
                    <a:pt x="1720710" y="3350171"/>
                  </a:lnTo>
                  <a:lnTo>
                    <a:pt x="1721637" y="3348901"/>
                  </a:lnTo>
                  <a:lnTo>
                    <a:pt x="1714830" y="3351441"/>
                  </a:lnTo>
                  <a:lnTo>
                    <a:pt x="1715770" y="3350171"/>
                  </a:lnTo>
                  <a:lnTo>
                    <a:pt x="1708848" y="3351441"/>
                  </a:lnTo>
                  <a:lnTo>
                    <a:pt x="1709788" y="3351441"/>
                  </a:lnTo>
                  <a:lnTo>
                    <a:pt x="1702765" y="3352711"/>
                  </a:lnTo>
                  <a:lnTo>
                    <a:pt x="1697545" y="3352711"/>
                  </a:lnTo>
                  <a:lnTo>
                    <a:pt x="1690306" y="3353981"/>
                  </a:lnTo>
                  <a:lnTo>
                    <a:pt x="160083" y="3353981"/>
                  </a:lnTo>
                  <a:lnTo>
                    <a:pt x="152844" y="3352711"/>
                  </a:lnTo>
                  <a:lnTo>
                    <a:pt x="147624" y="3352711"/>
                  </a:lnTo>
                  <a:lnTo>
                    <a:pt x="140601" y="3351441"/>
                  </a:lnTo>
                  <a:lnTo>
                    <a:pt x="141541" y="3351441"/>
                  </a:lnTo>
                  <a:lnTo>
                    <a:pt x="134620" y="3350171"/>
                  </a:lnTo>
                  <a:lnTo>
                    <a:pt x="135559" y="3351441"/>
                  </a:lnTo>
                  <a:lnTo>
                    <a:pt x="132156" y="3350171"/>
                  </a:lnTo>
                  <a:lnTo>
                    <a:pt x="128752" y="3348901"/>
                  </a:lnTo>
                  <a:lnTo>
                    <a:pt x="129679" y="3350171"/>
                  </a:lnTo>
                  <a:lnTo>
                    <a:pt x="123012" y="3347631"/>
                  </a:lnTo>
                  <a:lnTo>
                    <a:pt x="123913" y="3347631"/>
                  </a:lnTo>
                  <a:lnTo>
                    <a:pt x="117373" y="3346361"/>
                  </a:lnTo>
                  <a:lnTo>
                    <a:pt x="118262" y="3346361"/>
                  </a:lnTo>
                  <a:lnTo>
                    <a:pt x="111874" y="3343821"/>
                  </a:lnTo>
                  <a:lnTo>
                    <a:pt x="112737" y="3343821"/>
                  </a:lnTo>
                  <a:lnTo>
                    <a:pt x="106514" y="3341281"/>
                  </a:lnTo>
                  <a:lnTo>
                    <a:pt x="107353" y="3341281"/>
                  </a:lnTo>
                  <a:lnTo>
                    <a:pt x="101295" y="3338741"/>
                  </a:lnTo>
                  <a:lnTo>
                    <a:pt x="102095" y="3338741"/>
                  </a:lnTo>
                  <a:lnTo>
                    <a:pt x="98171" y="3336201"/>
                  </a:lnTo>
                  <a:lnTo>
                    <a:pt x="96215" y="3334931"/>
                  </a:lnTo>
                  <a:lnTo>
                    <a:pt x="97002" y="3336201"/>
                  </a:lnTo>
                  <a:lnTo>
                    <a:pt x="91300" y="3332391"/>
                  </a:lnTo>
                  <a:lnTo>
                    <a:pt x="92062" y="3332391"/>
                  </a:lnTo>
                  <a:lnTo>
                    <a:pt x="88379" y="3329851"/>
                  </a:lnTo>
                  <a:lnTo>
                    <a:pt x="86550" y="3328581"/>
                  </a:lnTo>
                  <a:lnTo>
                    <a:pt x="87274" y="3329851"/>
                  </a:lnTo>
                  <a:lnTo>
                    <a:pt x="83286" y="3326041"/>
                  </a:lnTo>
                  <a:lnTo>
                    <a:pt x="81965" y="3324771"/>
                  </a:lnTo>
                  <a:lnTo>
                    <a:pt x="82664" y="3326041"/>
                  </a:lnTo>
                  <a:lnTo>
                    <a:pt x="78841" y="3322231"/>
                  </a:lnTo>
                  <a:lnTo>
                    <a:pt x="77571" y="3320961"/>
                  </a:lnTo>
                  <a:lnTo>
                    <a:pt x="78244" y="3322231"/>
                  </a:lnTo>
                  <a:lnTo>
                    <a:pt x="74574" y="3318421"/>
                  </a:lnTo>
                  <a:lnTo>
                    <a:pt x="73355" y="3317151"/>
                  </a:lnTo>
                  <a:lnTo>
                    <a:pt x="74002" y="3318421"/>
                  </a:lnTo>
                  <a:lnTo>
                    <a:pt x="69354" y="3313341"/>
                  </a:lnTo>
                  <a:lnTo>
                    <a:pt x="69964" y="3313341"/>
                  </a:lnTo>
                  <a:lnTo>
                    <a:pt x="66649" y="3309531"/>
                  </a:lnTo>
                  <a:lnTo>
                    <a:pt x="65544" y="3308261"/>
                  </a:lnTo>
                  <a:lnTo>
                    <a:pt x="66128" y="3309531"/>
                  </a:lnTo>
                  <a:lnTo>
                    <a:pt x="61950" y="3304451"/>
                  </a:lnTo>
                  <a:lnTo>
                    <a:pt x="62496" y="3304451"/>
                  </a:lnTo>
                  <a:lnTo>
                    <a:pt x="59550" y="3300641"/>
                  </a:lnTo>
                  <a:lnTo>
                    <a:pt x="58572" y="3299371"/>
                  </a:lnTo>
                  <a:lnTo>
                    <a:pt x="59093" y="3300641"/>
                  </a:lnTo>
                  <a:lnTo>
                    <a:pt x="56159" y="3295561"/>
                  </a:lnTo>
                  <a:lnTo>
                    <a:pt x="55435" y="3294291"/>
                  </a:lnTo>
                  <a:lnTo>
                    <a:pt x="55918" y="3295561"/>
                  </a:lnTo>
                  <a:lnTo>
                    <a:pt x="53200" y="3290481"/>
                  </a:lnTo>
                  <a:lnTo>
                    <a:pt x="52527" y="3289211"/>
                  </a:lnTo>
                  <a:lnTo>
                    <a:pt x="52971" y="3290481"/>
                  </a:lnTo>
                  <a:lnTo>
                    <a:pt x="50482" y="3285401"/>
                  </a:lnTo>
                  <a:lnTo>
                    <a:pt x="49860" y="3284131"/>
                  </a:lnTo>
                  <a:lnTo>
                    <a:pt x="50266" y="3285401"/>
                  </a:lnTo>
                  <a:lnTo>
                    <a:pt x="47459" y="3279051"/>
                  </a:lnTo>
                  <a:lnTo>
                    <a:pt x="47815" y="3279051"/>
                  </a:lnTo>
                  <a:lnTo>
                    <a:pt x="45796" y="3273971"/>
                  </a:lnTo>
                  <a:lnTo>
                    <a:pt x="45313" y="3272752"/>
                  </a:lnTo>
                  <a:lnTo>
                    <a:pt x="44742" y="3271507"/>
                  </a:lnTo>
                  <a:lnTo>
                    <a:pt x="43827" y="3268891"/>
                  </a:lnTo>
                  <a:lnTo>
                    <a:pt x="43370" y="3267672"/>
                  </a:lnTo>
                  <a:lnTo>
                    <a:pt x="42418" y="3263811"/>
                  </a:lnTo>
                  <a:lnTo>
                    <a:pt x="42037" y="3262541"/>
                  </a:lnTo>
                  <a:lnTo>
                    <a:pt x="40411" y="3256026"/>
                  </a:lnTo>
                  <a:lnTo>
                    <a:pt x="39573" y="3251111"/>
                  </a:lnTo>
                  <a:lnTo>
                    <a:pt x="39268" y="3248571"/>
                  </a:lnTo>
                  <a:lnTo>
                    <a:pt x="38773" y="3244761"/>
                  </a:lnTo>
                  <a:lnTo>
                    <a:pt x="38671" y="3243491"/>
                  </a:lnTo>
                  <a:lnTo>
                    <a:pt x="38404" y="3239681"/>
                  </a:lnTo>
                  <a:lnTo>
                    <a:pt x="38277" y="3238411"/>
                  </a:lnTo>
                  <a:lnTo>
                    <a:pt x="38239" y="3237141"/>
                  </a:lnTo>
                  <a:lnTo>
                    <a:pt x="38100" y="3232061"/>
                  </a:lnTo>
                  <a:lnTo>
                    <a:pt x="38227" y="2664371"/>
                  </a:lnTo>
                  <a:lnTo>
                    <a:pt x="38315" y="2663101"/>
                  </a:lnTo>
                  <a:lnTo>
                    <a:pt x="38404" y="2661831"/>
                  </a:lnTo>
                  <a:lnTo>
                    <a:pt x="38684" y="2657805"/>
                  </a:lnTo>
                  <a:lnTo>
                    <a:pt x="39420" y="2651645"/>
                  </a:lnTo>
                  <a:lnTo>
                    <a:pt x="40652" y="2645321"/>
                  </a:lnTo>
                  <a:lnTo>
                    <a:pt x="40462" y="2645321"/>
                  </a:lnTo>
                  <a:lnTo>
                    <a:pt x="41795" y="2640241"/>
                  </a:lnTo>
                  <a:lnTo>
                    <a:pt x="43688" y="2632621"/>
                  </a:lnTo>
                  <a:lnTo>
                    <a:pt x="43408" y="2633891"/>
                  </a:lnTo>
                  <a:lnTo>
                    <a:pt x="43840" y="2632621"/>
                  </a:lnTo>
                  <a:lnTo>
                    <a:pt x="45618" y="2627541"/>
                  </a:lnTo>
                  <a:lnTo>
                    <a:pt x="45313" y="2628773"/>
                  </a:lnTo>
                  <a:lnTo>
                    <a:pt x="45796" y="2627541"/>
                  </a:lnTo>
                  <a:lnTo>
                    <a:pt x="47815" y="2622461"/>
                  </a:lnTo>
                  <a:lnTo>
                    <a:pt x="47459" y="2622461"/>
                  </a:lnTo>
                  <a:lnTo>
                    <a:pt x="50266" y="2616111"/>
                  </a:lnTo>
                  <a:lnTo>
                    <a:pt x="49860" y="2617381"/>
                  </a:lnTo>
                  <a:lnTo>
                    <a:pt x="50482" y="2616111"/>
                  </a:lnTo>
                  <a:lnTo>
                    <a:pt x="52971" y="2611031"/>
                  </a:lnTo>
                  <a:lnTo>
                    <a:pt x="52527" y="2612301"/>
                  </a:lnTo>
                  <a:lnTo>
                    <a:pt x="53200" y="2611031"/>
                  </a:lnTo>
                  <a:lnTo>
                    <a:pt x="55918" y="2605951"/>
                  </a:lnTo>
                  <a:lnTo>
                    <a:pt x="55435" y="2607221"/>
                  </a:lnTo>
                  <a:lnTo>
                    <a:pt x="56159" y="2605951"/>
                  </a:lnTo>
                  <a:lnTo>
                    <a:pt x="59093" y="2600871"/>
                  </a:lnTo>
                  <a:lnTo>
                    <a:pt x="58572" y="2602141"/>
                  </a:lnTo>
                  <a:lnTo>
                    <a:pt x="59550" y="2600871"/>
                  </a:lnTo>
                  <a:lnTo>
                    <a:pt x="62496" y="2597061"/>
                  </a:lnTo>
                  <a:lnTo>
                    <a:pt x="61950" y="2597061"/>
                  </a:lnTo>
                  <a:lnTo>
                    <a:pt x="66128" y="2591981"/>
                  </a:lnTo>
                  <a:lnTo>
                    <a:pt x="65544" y="2593251"/>
                  </a:lnTo>
                  <a:lnTo>
                    <a:pt x="66649" y="2591981"/>
                  </a:lnTo>
                  <a:lnTo>
                    <a:pt x="69964" y="2588171"/>
                  </a:lnTo>
                  <a:lnTo>
                    <a:pt x="69354" y="2588171"/>
                  </a:lnTo>
                  <a:lnTo>
                    <a:pt x="74002" y="2583091"/>
                  </a:lnTo>
                  <a:lnTo>
                    <a:pt x="73355" y="2584361"/>
                  </a:lnTo>
                  <a:lnTo>
                    <a:pt x="74574" y="2583091"/>
                  </a:lnTo>
                  <a:lnTo>
                    <a:pt x="78244" y="2579281"/>
                  </a:lnTo>
                  <a:lnTo>
                    <a:pt x="77571" y="2580551"/>
                  </a:lnTo>
                  <a:lnTo>
                    <a:pt x="78841" y="2579281"/>
                  </a:lnTo>
                  <a:lnTo>
                    <a:pt x="82664" y="2575471"/>
                  </a:lnTo>
                  <a:lnTo>
                    <a:pt x="81965" y="2576741"/>
                  </a:lnTo>
                  <a:lnTo>
                    <a:pt x="83286" y="2575471"/>
                  </a:lnTo>
                  <a:lnTo>
                    <a:pt x="87274" y="2571661"/>
                  </a:lnTo>
                  <a:lnTo>
                    <a:pt x="86550" y="2572931"/>
                  </a:lnTo>
                  <a:lnTo>
                    <a:pt x="88379" y="2571661"/>
                  </a:lnTo>
                  <a:lnTo>
                    <a:pt x="92062" y="2569121"/>
                  </a:lnTo>
                  <a:lnTo>
                    <a:pt x="91300" y="2569121"/>
                  </a:lnTo>
                  <a:lnTo>
                    <a:pt x="97002" y="2565311"/>
                  </a:lnTo>
                  <a:lnTo>
                    <a:pt x="96215" y="2566581"/>
                  </a:lnTo>
                  <a:lnTo>
                    <a:pt x="98171" y="2565311"/>
                  </a:lnTo>
                  <a:lnTo>
                    <a:pt x="102095" y="2562771"/>
                  </a:lnTo>
                  <a:lnTo>
                    <a:pt x="101295" y="2562771"/>
                  </a:lnTo>
                  <a:lnTo>
                    <a:pt x="107353" y="2560231"/>
                  </a:lnTo>
                  <a:lnTo>
                    <a:pt x="106514" y="2560231"/>
                  </a:lnTo>
                  <a:lnTo>
                    <a:pt x="112737" y="2557691"/>
                  </a:lnTo>
                  <a:lnTo>
                    <a:pt x="111874" y="2557691"/>
                  </a:lnTo>
                  <a:lnTo>
                    <a:pt x="118262" y="2555151"/>
                  </a:lnTo>
                  <a:lnTo>
                    <a:pt x="117373" y="2555151"/>
                  </a:lnTo>
                  <a:lnTo>
                    <a:pt x="123913" y="2553881"/>
                  </a:lnTo>
                  <a:lnTo>
                    <a:pt x="123012" y="2553881"/>
                  </a:lnTo>
                  <a:lnTo>
                    <a:pt x="129679" y="2551341"/>
                  </a:lnTo>
                  <a:lnTo>
                    <a:pt x="128752" y="2552611"/>
                  </a:lnTo>
                  <a:lnTo>
                    <a:pt x="132156" y="2551341"/>
                  </a:lnTo>
                  <a:lnTo>
                    <a:pt x="135559" y="2550071"/>
                  </a:lnTo>
                  <a:lnTo>
                    <a:pt x="134620" y="2551341"/>
                  </a:lnTo>
                  <a:lnTo>
                    <a:pt x="141541" y="2550071"/>
                  </a:lnTo>
                  <a:lnTo>
                    <a:pt x="140601" y="2550071"/>
                  </a:lnTo>
                  <a:lnTo>
                    <a:pt x="147624" y="2548801"/>
                  </a:lnTo>
                  <a:lnTo>
                    <a:pt x="1702765" y="2548801"/>
                  </a:lnTo>
                  <a:lnTo>
                    <a:pt x="1709788" y="2550071"/>
                  </a:lnTo>
                  <a:lnTo>
                    <a:pt x="1708848" y="2550071"/>
                  </a:lnTo>
                  <a:lnTo>
                    <a:pt x="1715770" y="2551341"/>
                  </a:lnTo>
                  <a:lnTo>
                    <a:pt x="1714830" y="2550071"/>
                  </a:lnTo>
                  <a:lnTo>
                    <a:pt x="1721637" y="2552611"/>
                  </a:lnTo>
                  <a:lnTo>
                    <a:pt x="1720710" y="2551341"/>
                  </a:lnTo>
                  <a:lnTo>
                    <a:pt x="1727377" y="2553881"/>
                  </a:lnTo>
                  <a:lnTo>
                    <a:pt x="1726476" y="2553881"/>
                  </a:lnTo>
                  <a:lnTo>
                    <a:pt x="1733003" y="2555151"/>
                  </a:lnTo>
                  <a:lnTo>
                    <a:pt x="1732127" y="2555151"/>
                  </a:lnTo>
                  <a:lnTo>
                    <a:pt x="1738515" y="2557691"/>
                  </a:lnTo>
                  <a:lnTo>
                    <a:pt x="1737652" y="2557691"/>
                  </a:lnTo>
                  <a:lnTo>
                    <a:pt x="1743875" y="2560231"/>
                  </a:lnTo>
                  <a:lnTo>
                    <a:pt x="1743036" y="2560231"/>
                  </a:lnTo>
                  <a:lnTo>
                    <a:pt x="1749094" y="2562771"/>
                  </a:lnTo>
                  <a:lnTo>
                    <a:pt x="1748294" y="2562771"/>
                  </a:lnTo>
                  <a:lnTo>
                    <a:pt x="1754174" y="2566581"/>
                  </a:lnTo>
                  <a:lnTo>
                    <a:pt x="1753387" y="2565311"/>
                  </a:lnTo>
                  <a:lnTo>
                    <a:pt x="1759089" y="2569121"/>
                  </a:lnTo>
                  <a:lnTo>
                    <a:pt x="1758327" y="2569121"/>
                  </a:lnTo>
                  <a:lnTo>
                    <a:pt x="1763839" y="2572931"/>
                  </a:lnTo>
                  <a:lnTo>
                    <a:pt x="1763115" y="2571661"/>
                  </a:lnTo>
                  <a:lnTo>
                    <a:pt x="1768424" y="2576741"/>
                  </a:lnTo>
                  <a:lnTo>
                    <a:pt x="1767725" y="2575471"/>
                  </a:lnTo>
                  <a:lnTo>
                    <a:pt x="1772818" y="2580551"/>
                  </a:lnTo>
                  <a:lnTo>
                    <a:pt x="1772145" y="2579281"/>
                  </a:lnTo>
                  <a:lnTo>
                    <a:pt x="1777022" y="2584361"/>
                  </a:lnTo>
                  <a:lnTo>
                    <a:pt x="1776387" y="2583091"/>
                  </a:lnTo>
                  <a:lnTo>
                    <a:pt x="1781035" y="2588171"/>
                  </a:lnTo>
                  <a:lnTo>
                    <a:pt x="1780425" y="2588171"/>
                  </a:lnTo>
                  <a:lnTo>
                    <a:pt x="1784845" y="2593251"/>
                  </a:lnTo>
                  <a:lnTo>
                    <a:pt x="1784261" y="2591981"/>
                  </a:lnTo>
                  <a:lnTo>
                    <a:pt x="1788439" y="2597061"/>
                  </a:lnTo>
                  <a:lnTo>
                    <a:pt x="1787893" y="2597061"/>
                  </a:lnTo>
                  <a:lnTo>
                    <a:pt x="1791817" y="2602141"/>
                  </a:lnTo>
                  <a:lnTo>
                    <a:pt x="1791296" y="2600871"/>
                  </a:lnTo>
                  <a:lnTo>
                    <a:pt x="1794954" y="2607221"/>
                  </a:lnTo>
                  <a:lnTo>
                    <a:pt x="1794471" y="2605951"/>
                  </a:lnTo>
                  <a:lnTo>
                    <a:pt x="1797862" y="2612301"/>
                  </a:lnTo>
                  <a:lnTo>
                    <a:pt x="1797418" y="2611031"/>
                  </a:lnTo>
                  <a:lnTo>
                    <a:pt x="1800529" y="2617381"/>
                  </a:lnTo>
                  <a:lnTo>
                    <a:pt x="1800123" y="2616111"/>
                  </a:lnTo>
                  <a:lnTo>
                    <a:pt x="1802930" y="2622461"/>
                  </a:lnTo>
                  <a:lnTo>
                    <a:pt x="1802574" y="2622461"/>
                  </a:lnTo>
                  <a:lnTo>
                    <a:pt x="1805063" y="2628773"/>
                  </a:lnTo>
                  <a:lnTo>
                    <a:pt x="1805660" y="2630081"/>
                  </a:lnTo>
                  <a:lnTo>
                    <a:pt x="1806549" y="2632621"/>
                  </a:lnTo>
                  <a:lnTo>
                    <a:pt x="1806689" y="2632621"/>
                  </a:lnTo>
                  <a:lnTo>
                    <a:pt x="1845957" y="2632621"/>
                  </a:lnTo>
                  <a:lnTo>
                    <a:pt x="1845373" y="2630081"/>
                  </a:lnTo>
                  <a:lnTo>
                    <a:pt x="1844649" y="2627541"/>
                  </a:lnTo>
                  <a:lnTo>
                    <a:pt x="1843214" y="2622461"/>
                  </a:lnTo>
                  <a:lnTo>
                    <a:pt x="1841119" y="2616111"/>
                  </a:lnTo>
                  <a:lnTo>
                    <a:pt x="1840699" y="2614841"/>
                  </a:lnTo>
                  <a:lnTo>
                    <a:pt x="1839264" y="2611031"/>
                  </a:lnTo>
                  <a:lnTo>
                    <a:pt x="1837842" y="2607221"/>
                  </a:lnTo>
                  <a:lnTo>
                    <a:pt x="1837194" y="2605951"/>
                  </a:lnTo>
                  <a:lnTo>
                    <a:pt x="1834642" y="2600871"/>
                  </a:lnTo>
                  <a:lnTo>
                    <a:pt x="1831124" y="2593251"/>
                  </a:lnTo>
                  <a:lnTo>
                    <a:pt x="1830349" y="2591981"/>
                  </a:lnTo>
                  <a:lnTo>
                    <a:pt x="1827276" y="2586901"/>
                  </a:lnTo>
                  <a:lnTo>
                    <a:pt x="1824774" y="2583091"/>
                  </a:lnTo>
                  <a:lnTo>
                    <a:pt x="1823123" y="2580551"/>
                  </a:lnTo>
                  <a:lnTo>
                    <a:pt x="1822234" y="2579281"/>
                  </a:lnTo>
                  <a:lnTo>
                    <a:pt x="1819567" y="2575471"/>
                  </a:lnTo>
                  <a:lnTo>
                    <a:pt x="1818678" y="2574201"/>
                  </a:lnTo>
                  <a:lnTo>
                    <a:pt x="1816773" y="2571661"/>
                  </a:lnTo>
                  <a:lnTo>
                    <a:pt x="1813941" y="2567851"/>
                  </a:lnTo>
                  <a:lnTo>
                    <a:pt x="1811426" y="2565311"/>
                  </a:lnTo>
                  <a:lnTo>
                    <a:pt x="1808924" y="2562771"/>
                  </a:lnTo>
                  <a:lnTo>
                    <a:pt x="1803654" y="2556421"/>
                  </a:lnTo>
                  <a:lnTo>
                    <a:pt x="1798104" y="2551341"/>
                  </a:lnTo>
                  <a:lnTo>
                    <a:pt x="1795208" y="2548801"/>
                  </a:lnTo>
                  <a:lnTo>
                    <a:pt x="1792325" y="2546261"/>
                  </a:lnTo>
                  <a:lnTo>
                    <a:pt x="1759991" y="2525941"/>
                  </a:lnTo>
                  <a:lnTo>
                    <a:pt x="1707083" y="2510701"/>
                  </a:lnTo>
                  <a:lnTo>
                    <a:pt x="143306" y="2510701"/>
                  </a:lnTo>
                  <a:lnTo>
                    <a:pt x="104724" y="2519591"/>
                  </a:lnTo>
                  <a:lnTo>
                    <a:pt x="70345" y="2537371"/>
                  </a:lnTo>
                  <a:lnTo>
                    <a:pt x="41465" y="2562771"/>
                  </a:lnTo>
                  <a:lnTo>
                    <a:pt x="36449" y="2567851"/>
                  </a:lnTo>
                  <a:lnTo>
                    <a:pt x="15748" y="2600871"/>
                  </a:lnTo>
                  <a:lnTo>
                    <a:pt x="12547" y="2607221"/>
                  </a:lnTo>
                  <a:lnTo>
                    <a:pt x="1828" y="2645321"/>
                  </a:lnTo>
                  <a:lnTo>
                    <a:pt x="0" y="2669451"/>
                  </a:lnTo>
                  <a:lnTo>
                    <a:pt x="0" y="3232061"/>
                  </a:lnTo>
                  <a:lnTo>
                    <a:pt x="5016" y="3271431"/>
                  </a:lnTo>
                  <a:lnTo>
                    <a:pt x="15748" y="3300641"/>
                  </a:lnTo>
                  <a:lnTo>
                    <a:pt x="19265" y="3308261"/>
                  </a:lnTo>
                  <a:lnTo>
                    <a:pt x="41465" y="3338741"/>
                  </a:lnTo>
                  <a:lnTo>
                    <a:pt x="46736" y="3345091"/>
                  </a:lnTo>
                  <a:lnTo>
                    <a:pt x="83515" y="3371761"/>
                  </a:lnTo>
                  <a:lnTo>
                    <a:pt x="119722" y="3387001"/>
                  </a:lnTo>
                  <a:lnTo>
                    <a:pt x="143306" y="3390811"/>
                  </a:lnTo>
                  <a:lnTo>
                    <a:pt x="151409" y="3390811"/>
                  </a:lnTo>
                  <a:lnTo>
                    <a:pt x="159359" y="3392081"/>
                  </a:lnTo>
                  <a:lnTo>
                    <a:pt x="1691030" y="3392081"/>
                  </a:lnTo>
                  <a:lnTo>
                    <a:pt x="1698980" y="3390811"/>
                  </a:lnTo>
                  <a:lnTo>
                    <a:pt x="1707083" y="3390811"/>
                  </a:lnTo>
                  <a:lnTo>
                    <a:pt x="1752917" y="3379381"/>
                  </a:lnTo>
                  <a:lnTo>
                    <a:pt x="1786293" y="3360331"/>
                  </a:lnTo>
                  <a:lnTo>
                    <a:pt x="1793760" y="3353981"/>
                  </a:lnTo>
                  <a:lnTo>
                    <a:pt x="1798104" y="3350171"/>
                  </a:lnTo>
                  <a:lnTo>
                    <a:pt x="1803654" y="3345091"/>
                  </a:lnTo>
                  <a:lnTo>
                    <a:pt x="1808924" y="3338741"/>
                  </a:lnTo>
                  <a:lnTo>
                    <a:pt x="1811426" y="3336201"/>
                  </a:lnTo>
                  <a:lnTo>
                    <a:pt x="1813941" y="3333661"/>
                  </a:lnTo>
                  <a:lnTo>
                    <a:pt x="1816773" y="3329851"/>
                  </a:lnTo>
                  <a:lnTo>
                    <a:pt x="1818678" y="3327311"/>
                  </a:lnTo>
                  <a:lnTo>
                    <a:pt x="1819567" y="3326041"/>
                  </a:lnTo>
                  <a:lnTo>
                    <a:pt x="1822234" y="3322231"/>
                  </a:lnTo>
                  <a:lnTo>
                    <a:pt x="1823123" y="3320961"/>
                  </a:lnTo>
                  <a:lnTo>
                    <a:pt x="1824774" y="3318421"/>
                  </a:lnTo>
                  <a:lnTo>
                    <a:pt x="1827276" y="3314611"/>
                  </a:lnTo>
                  <a:lnTo>
                    <a:pt x="1830349" y="3309531"/>
                  </a:lnTo>
                  <a:lnTo>
                    <a:pt x="1831124" y="3308261"/>
                  </a:lnTo>
                  <a:lnTo>
                    <a:pt x="1834642" y="3300641"/>
                  </a:lnTo>
                  <a:lnTo>
                    <a:pt x="1837194" y="3295561"/>
                  </a:lnTo>
                  <a:lnTo>
                    <a:pt x="1837842" y="3294291"/>
                  </a:lnTo>
                  <a:lnTo>
                    <a:pt x="1839264" y="3290481"/>
                  </a:lnTo>
                  <a:lnTo>
                    <a:pt x="1840699" y="3286671"/>
                  </a:lnTo>
                  <a:lnTo>
                    <a:pt x="1841119" y="3285401"/>
                  </a:lnTo>
                  <a:lnTo>
                    <a:pt x="1843214" y="3279051"/>
                  </a:lnTo>
                  <a:lnTo>
                    <a:pt x="1844649" y="3273971"/>
                  </a:lnTo>
                  <a:lnTo>
                    <a:pt x="1845373" y="3271431"/>
                  </a:lnTo>
                  <a:lnTo>
                    <a:pt x="1845957" y="3268891"/>
                  </a:lnTo>
                  <a:lnTo>
                    <a:pt x="1850250" y="3237141"/>
                  </a:lnTo>
                  <a:lnTo>
                    <a:pt x="1850390" y="3232061"/>
                  </a:lnTo>
                  <a:lnTo>
                    <a:pt x="1850390" y="2669451"/>
                  </a:lnTo>
                  <a:close/>
                </a:path>
                <a:path w="5655309" h="3392170">
                  <a:moveTo>
                    <a:pt x="5655221" y="266700"/>
                  </a:moveTo>
                  <a:lnTo>
                    <a:pt x="5654941" y="266700"/>
                  </a:lnTo>
                  <a:lnTo>
                    <a:pt x="5654484" y="254000"/>
                  </a:lnTo>
                  <a:lnTo>
                    <a:pt x="5653849" y="241300"/>
                  </a:lnTo>
                  <a:lnTo>
                    <a:pt x="5653036" y="241300"/>
                  </a:lnTo>
                  <a:lnTo>
                    <a:pt x="5652059" y="228600"/>
                  </a:lnTo>
                  <a:lnTo>
                    <a:pt x="5650903" y="228600"/>
                  </a:lnTo>
                  <a:lnTo>
                    <a:pt x="5649569" y="215900"/>
                  </a:lnTo>
                  <a:lnTo>
                    <a:pt x="5648071" y="215900"/>
                  </a:lnTo>
                  <a:lnTo>
                    <a:pt x="5646407" y="203200"/>
                  </a:lnTo>
                  <a:lnTo>
                    <a:pt x="5644591" y="203200"/>
                  </a:lnTo>
                  <a:lnTo>
                    <a:pt x="5642610" y="190500"/>
                  </a:lnTo>
                  <a:lnTo>
                    <a:pt x="5640463" y="190500"/>
                  </a:lnTo>
                  <a:lnTo>
                    <a:pt x="5638152" y="177800"/>
                  </a:lnTo>
                  <a:lnTo>
                    <a:pt x="5635701" y="177800"/>
                  </a:lnTo>
                  <a:lnTo>
                    <a:pt x="5633047" y="165100"/>
                  </a:lnTo>
                  <a:lnTo>
                    <a:pt x="5627446" y="152400"/>
                  </a:lnTo>
                  <a:lnTo>
                    <a:pt x="5621198" y="139700"/>
                  </a:lnTo>
                  <a:lnTo>
                    <a:pt x="5617210" y="132270"/>
                  </a:lnTo>
                  <a:lnTo>
                    <a:pt x="5617210" y="1333500"/>
                  </a:lnTo>
                  <a:lnTo>
                    <a:pt x="5616880" y="1346200"/>
                  </a:lnTo>
                  <a:lnTo>
                    <a:pt x="5616473" y="1346200"/>
                  </a:lnTo>
                  <a:lnTo>
                    <a:pt x="5615927" y="1358900"/>
                  </a:lnTo>
                  <a:lnTo>
                    <a:pt x="5615216" y="1358900"/>
                  </a:lnTo>
                  <a:lnTo>
                    <a:pt x="5614352" y="1371600"/>
                  </a:lnTo>
                  <a:lnTo>
                    <a:pt x="5613349" y="1371600"/>
                  </a:lnTo>
                  <a:lnTo>
                    <a:pt x="5612193" y="1384300"/>
                  </a:lnTo>
                  <a:lnTo>
                    <a:pt x="5610898" y="1384300"/>
                  </a:lnTo>
                  <a:lnTo>
                    <a:pt x="5609450" y="1397000"/>
                  </a:lnTo>
                  <a:lnTo>
                    <a:pt x="5606288" y="1397000"/>
                  </a:lnTo>
                  <a:lnTo>
                    <a:pt x="5604294" y="1409700"/>
                  </a:lnTo>
                  <a:lnTo>
                    <a:pt x="5602465" y="1409700"/>
                  </a:lnTo>
                  <a:lnTo>
                    <a:pt x="5600179" y="1422400"/>
                  </a:lnTo>
                  <a:lnTo>
                    <a:pt x="5598198" y="1422400"/>
                  </a:lnTo>
                  <a:lnTo>
                    <a:pt x="5592915" y="1435100"/>
                  </a:lnTo>
                  <a:lnTo>
                    <a:pt x="5593321" y="1435100"/>
                  </a:lnTo>
                  <a:lnTo>
                    <a:pt x="5587492" y="1447800"/>
                  </a:lnTo>
                  <a:lnTo>
                    <a:pt x="5587936" y="1447800"/>
                  </a:lnTo>
                  <a:lnTo>
                    <a:pt x="5581586" y="1460500"/>
                  </a:lnTo>
                  <a:lnTo>
                    <a:pt x="5582069" y="1460500"/>
                  </a:lnTo>
                  <a:lnTo>
                    <a:pt x="5575211" y="1473200"/>
                  </a:lnTo>
                  <a:lnTo>
                    <a:pt x="5575732" y="1460500"/>
                  </a:lnTo>
                  <a:lnTo>
                    <a:pt x="5568378" y="1473200"/>
                  </a:lnTo>
                  <a:lnTo>
                    <a:pt x="5568924" y="1473200"/>
                  </a:lnTo>
                  <a:lnTo>
                    <a:pt x="5561101" y="1485900"/>
                  </a:lnTo>
                  <a:lnTo>
                    <a:pt x="5561685" y="1485900"/>
                  </a:lnTo>
                  <a:lnTo>
                    <a:pt x="5553405" y="1498600"/>
                  </a:lnTo>
                  <a:lnTo>
                    <a:pt x="5545925" y="1498600"/>
                  </a:lnTo>
                  <a:lnTo>
                    <a:pt x="5536781" y="1511300"/>
                  </a:lnTo>
                  <a:lnTo>
                    <a:pt x="5537454" y="1511300"/>
                  </a:lnTo>
                  <a:lnTo>
                    <a:pt x="5527891" y="1524000"/>
                  </a:lnTo>
                  <a:lnTo>
                    <a:pt x="5519369" y="1524000"/>
                  </a:lnTo>
                  <a:lnTo>
                    <a:pt x="5509031" y="1536700"/>
                  </a:lnTo>
                  <a:lnTo>
                    <a:pt x="5499887" y="1536700"/>
                  </a:lnTo>
                  <a:lnTo>
                    <a:pt x="5488851" y="1549400"/>
                  </a:lnTo>
                  <a:lnTo>
                    <a:pt x="5468099" y="1549400"/>
                  </a:lnTo>
                  <a:lnTo>
                    <a:pt x="5462155" y="1562100"/>
                  </a:lnTo>
                  <a:lnTo>
                    <a:pt x="5434076" y="1562100"/>
                  </a:lnTo>
                  <a:lnTo>
                    <a:pt x="5427726" y="1574800"/>
                  </a:lnTo>
                  <a:lnTo>
                    <a:pt x="5428196" y="1562100"/>
                  </a:lnTo>
                  <a:lnTo>
                    <a:pt x="5421782" y="1574800"/>
                  </a:lnTo>
                  <a:lnTo>
                    <a:pt x="338937" y="1574800"/>
                  </a:lnTo>
                  <a:lnTo>
                    <a:pt x="332524" y="1562100"/>
                  </a:lnTo>
                  <a:lnTo>
                    <a:pt x="332994" y="1574800"/>
                  </a:lnTo>
                  <a:lnTo>
                    <a:pt x="326644" y="1562100"/>
                  </a:lnTo>
                  <a:lnTo>
                    <a:pt x="298564" y="1562100"/>
                  </a:lnTo>
                  <a:lnTo>
                    <a:pt x="292620" y="1549400"/>
                  </a:lnTo>
                  <a:lnTo>
                    <a:pt x="271868" y="1549400"/>
                  </a:lnTo>
                  <a:lnTo>
                    <a:pt x="260832" y="1536700"/>
                  </a:lnTo>
                  <a:lnTo>
                    <a:pt x="251688" y="1536700"/>
                  </a:lnTo>
                  <a:lnTo>
                    <a:pt x="241350" y="1524000"/>
                  </a:lnTo>
                  <a:lnTo>
                    <a:pt x="232829" y="1524000"/>
                  </a:lnTo>
                  <a:lnTo>
                    <a:pt x="223266" y="1511300"/>
                  </a:lnTo>
                  <a:lnTo>
                    <a:pt x="223939" y="1511300"/>
                  </a:lnTo>
                  <a:lnTo>
                    <a:pt x="214795" y="1498600"/>
                  </a:lnTo>
                  <a:lnTo>
                    <a:pt x="207314" y="1498600"/>
                  </a:lnTo>
                  <a:lnTo>
                    <a:pt x="199034" y="1485900"/>
                  </a:lnTo>
                  <a:lnTo>
                    <a:pt x="199618" y="1485900"/>
                  </a:lnTo>
                  <a:lnTo>
                    <a:pt x="191795" y="1473200"/>
                  </a:lnTo>
                  <a:lnTo>
                    <a:pt x="192341" y="1473200"/>
                  </a:lnTo>
                  <a:lnTo>
                    <a:pt x="184988" y="1460500"/>
                  </a:lnTo>
                  <a:lnTo>
                    <a:pt x="185508" y="1473200"/>
                  </a:lnTo>
                  <a:lnTo>
                    <a:pt x="178650" y="1460500"/>
                  </a:lnTo>
                  <a:lnTo>
                    <a:pt x="179120" y="1460500"/>
                  </a:lnTo>
                  <a:lnTo>
                    <a:pt x="172783" y="1447800"/>
                  </a:lnTo>
                  <a:lnTo>
                    <a:pt x="173228" y="1447800"/>
                  </a:lnTo>
                  <a:lnTo>
                    <a:pt x="167398" y="1435100"/>
                  </a:lnTo>
                  <a:lnTo>
                    <a:pt x="167805" y="1435100"/>
                  </a:lnTo>
                  <a:lnTo>
                    <a:pt x="162521" y="1422400"/>
                  </a:lnTo>
                  <a:lnTo>
                    <a:pt x="160540" y="1422400"/>
                  </a:lnTo>
                  <a:lnTo>
                    <a:pt x="158254" y="1409700"/>
                  </a:lnTo>
                  <a:lnTo>
                    <a:pt x="156425" y="1409700"/>
                  </a:lnTo>
                  <a:lnTo>
                    <a:pt x="154432" y="1397000"/>
                  </a:lnTo>
                  <a:lnTo>
                    <a:pt x="151142" y="1397000"/>
                  </a:lnTo>
                  <a:lnTo>
                    <a:pt x="149720" y="1384300"/>
                  </a:lnTo>
                  <a:lnTo>
                    <a:pt x="148424" y="1384300"/>
                  </a:lnTo>
                  <a:lnTo>
                    <a:pt x="147281" y="1371600"/>
                  </a:lnTo>
                  <a:lnTo>
                    <a:pt x="146291" y="1371600"/>
                  </a:lnTo>
                  <a:lnTo>
                    <a:pt x="145440" y="1358900"/>
                  </a:lnTo>
                  <a:lnTo>
                    <a:pt x="144741" y="1358900"/>
                  </a:lnTo>
                  <a:lnTo>
                    <a:pt x="144208" y="1346200"/>
                  </a:lnTo>
                  <a:lnTo>
                    <a:pt x="143814" y="1346200"/>
                  </a:lnTo>
                  <a:lnTo>
                    <a:pt x="143586" y="1333500"/>
                  </a:lnTo>
                  <a:lnTo>
                    <a:pt x="143598" y="266700"/>
                  </a:lnTo>
                  <a:lnTo>
                    <a:pt x="143840" y="266700"/>
                  </a:lnTo>
                  <a:lnTo>
                    <a:pt x="144233" y="254000"/>
                  </a:lnTo>
                  <a:lnTo>
                    <a:pt x="144792" y="254000"/>
                  </a:lnTo>
                  <a:lnTo>
                    <a:pt x="145503" y="241300"/>
                  </a:lnTo>
                  <a:lnTo>
                    <a:pt x="146367" y="241300"/>
                  </a:lnTo>
                  <a:lnTo>
                    <a:pt x="147370" y="228600"/>
                  </a:lnTo>
                  <a:lnTo>
                    <a:pt x="148526" y="228600"/>
                  </a:lnTo>
                  <a:lnTo>
                    <a:pt x="149821" y="215900"/>
                  </a:lnTo>
                  <a:lnTo>
                    <a:pt x="151257" y="215900"/>
                  </a:lnTo>
                  <a:lnTo>
                    <a:pt x="152844" y="203200"/>
                  </a:lnTo>
                  <a:lnTo>
                    <a:pt x="156273" y="203200"/>
                  </a:lnTo>
                  <a:lnTo>
                    <a:pt x="158419" y="190500"/>
                  </a:lnTo>
                  <a:lnTo>
                    <a:pt x="160375" y="190500"/>
                  </a:lnTo>
                  <a:lnTo>
                    <a:pt x="162801" y="177800"/>
                  </a:lnTo>
                  <a:lnTo>
                    <a:pt x="162521" y="177800"/>
                  </a:lnTo>
                  <a:lnTo>
                    <a:pt x="167805" y="165100"/>
                  </a:lnTo>
                  <a:lnTo>
                    <a:pt x="172783" y="165100"/>
                  </a:lnTo>
                  <a:lnTo>
                    <a:pt x="179120" y="152400"/>
                  </a:lnTo>
                  <a:lnTo>
                    <a:pt x="178650" y="152400"/>
                  </a:lnTo>
                  <a:lnTo>
                    <a:pt x="185508" y="139700"/>
                  </a:lnTo>
                  <a:lnTo>
                    <a:pt x="184988" y="139700"/>
                  </a:lnTo>
                  <a:lnTo>
                    <a:pt x="192341" y="127000"/>
                  </a:lnTo>
                  <a:lnTo>
                    <a:pt x="191795" y="127000"/>
                  </a:lnTo>
                  <a:lnTo>
                    <a:pt x="199618" y="114300"/>
                  </a:lnTo>
                  <a:lnTo>
                    <a:pt x="199034" y="127000"/>
                  </a:lnTo>
                  <a:lnTo>
                    <a:pt x="207314" y="114300"/>
                  </a:lnTo>
                  <a:lnTo>
                    <a:pt x="206705" y="114300"/>
                  </a:lnTo>
                  <a:lnTo>
                    <a:pt x="215430" y="101600"/>
                  </a:lnTo>
                  <a:lnTo>
                    <a:pt x="214795" y="101600"/>
                  </a:lnTo>
                  <a:lnTo>
                    <a:pt x="223939" y="88900"/>
                  </a:lnTo>
                  <a:lnTo>
                    <a:pt x="223266" y="101600"/>
                  </a:lnTo>
                  <a:lnTo>
                    <a:pt x="232829" y="88900"/>
                  </a:lnTo>
                  <a:lnTo>
                    <a:pt x="232130" y="88900"/>
                  </a:lnTo>
                  <a:lnTo>
                    <a:pt x="242087" y="76200"/>
                  </a:lnTo>
                  <a:lnTo>
                    <a:pt x="250926" y="76200"/>
                  </a:lnTo>
                  <a:lnTo>
                    <a:pt x="261620" y="63500"/>
                  </a:lnTo>
                  <a:lnTo>
                    <a:pt x="271056" y="63500"/>
                  </a:lnTo>
                  <a:lnTo>
                    <a:pt x="282422" y="50800"/>
                  </a:lnTo>
                  <a:lnTo>
                    <a:pt x="303707" y="50800"/>
                  </a:lnTo>
                  <a:lnTo>
                    <a:pt x="309791" y="38100"/>
                  </a:lnTo>
                  <a:lnTo>
                    <a:pt x="309346" y="50800"/>
                  </a:lnTo>
                  <a:lnTo>
                    <a:pt x="315506" y="38100"/>
                  </a:lnTo>
                  <a:lnTo>
                    <a:pt x="375158" y="38100"/>
                  </a:lnTo>
                  <a:lnTo>
                    <a:pt x="381914" y="25400"/>
                  </a:lnTo>
                  <a:lnTo>
                    <a:pt x="381431" y="38100"/>
                  </a:lnTo>
                  <a:lnTo>
                    <a:pt x="388226" y="25400"/>
                  </a:lnTo>
                  <a:lnTo>
                    <a:pt x="5372493" y="25400"/>
                  </a:lnTo>
                  <a:lnTo>
                    <a:pt x="5379288" y="38100"/>
                  </a:lnTo>
                  <a:lnTo>
                    <a:pt x="5378805" y="25400"/>
                  </a:lnTo>
                  <a:lnTo>
                    <a:pt x="5385562" y="38100"/>
                  </a:lnTo>
                  <a:lnTo>
                    <a:pt x="5445214" y="38100"/>
                  </a:lnTo>
                  <a:lnTo>
                    <a:pt x="5451373" y="50800"/>
                  </a:lnTo>
                  <a:lnTo>
                    <a:pt x="5450929" y="38100"/>
                  </a:lnTo>
                  <a:lnTo>
                    <a:pt x="5457012" y="50800"/>
                  </a:lnTo>
                  <a:lnTo>
                    <a:pt x="5478297" y="50800"/>
                  </a:lnTo>
                  <a:lnTo>
                    <a:pt x="5489664" y="63500"/>
                  </a:lnTo>
                  <a:lnTo>
                    <a:pt x="5499100" y="63500"/>
                  </a:lnTo>
                  <a:lnTo>
                    <a:pt x="5509793" y="76200"/>
                  </a:lnTo>
                  <a:lnTo>
                    <a:pt x="5518632" y="76200"/>
                  </a:lnTo>
                  <a:lnTo>
                    <a:pt x="5528589" y="88900"/>
                  </a:lnTo>
                  <a:lnTo>
                    <a:pt x="5527891" y="88900"/>
                  </a:lnTo>
                  <a:lnTo>
                    <a:pt x="5537454" y="101600"/>
                  </a:lnTo>
                  <a:lnTo>
                    <a:pt x="5536781" y="88900"/>
                  </a:lnTo>
                  <a:lnTo>
                    <a:pt x="5545925" y="101600"/>
                  </a:lnTo>
                  <a:lnTo>
                    <a:pt x="5545290" y="101600"/>
                  </a:lnTo>
                  <a:lnTo>
                    <a:pt x="5554015" y="114300"/>
                  </a:lnTo>
                  <a:lnTo>
                    <a:pt x="5553405" y="114300"/>
                  </a:lnTo>
                  <a:lnTo>
                    <a:pt x="5561685" y="127000"/>
                  </a:lnTo>
                  <a:lnTo>
                    <a:pt x="5561101" y="114300"/>
                  </a:lnTo>
                  <a:lnTo>
                    <a:pt x="5568924" y="127000"/>
                  </a:lnTo>
                  <a:lnTo>
                    <a:pt x="5568378" y="127000"/>
                  </a:lnTo>
                  <a:lnTo>
                    <a:pt x="5575732" y="139700"/>
                  </a:lnTo>
                  <a:lnTo>
                    <a:pt x="5575211" y="139700"/>
                  </a:lnTo>
                  <a:lnTo>
                    <a:pt x="5582069" y="152400"/>
                  </a:lnTo>
                  <a:lnTo>
                    <a:pt x="5581586" y="152400"/>
                  </a:lnTo>
                  <a:lnTo>
                    <a:pt x="5587936" y="165100"/>
                  </a:lnTo>
                  <a:lnTo>
                    <a:pt x="5592915" y="165100"/>
                  </a:lnTo>
                  <a:lnTo>
                    <a:pt x="5598198" y="177800"/>
                  </a:lnTo>
                  <a:lnTo>
                    <a:pt x="5597918" y="177800"/>
                  </a:lnTo>
                  <a:lnTo>
                    <a:pt x="5600344" y="190500"/>
                  </a:lnTo>
                  <a:lnTo>
                    <a:pt x="5602300" y="190500"/>
                  </a:lnTo>
                  <a:lnTo>
                    <a:pt x="5604446" y="203200"/>
                  </a:lnTo>
                  <a:lnTo>
                    <a:pt x="5608002" y="203200"/>
                  </a:lnTo>
                  <a:lnTo>
                    <a:pt x="5609577" y="215900"/>
                  </a:lnTo>
                  <a:lnTo>
                    <a:pt x="5610999" y="215900"/>
                  </a:lnTo>
                  <a:lnTo>
                    <a:pt x="5612295" y="228600"/>
                  </a:lnTo>
                  <a:lnTo>
                    <a:pt x="5613438" y="228600"/>
                  </a:lnTo>
                  <a:lnTo>
                    <a:pt x="5614428" y="241300"/>
                  </a:lnTo>
                  <a:lnTo>
                    <a:pt x="5615279" y="241300"/>
                  </a:lnTo>
                  <a:lnTo>
                    <a:pt x="5615978" y="254000"/>
                  </a:lnTo>
                  <a:lnTo>
                    <a:pt x="5616511" y="254000"/>
                  </a:lnTo>
                  <a:lnTo>
                    <a:pt x="5616905" y="266700"/>
                  </a:lnTo>
                  <a:lnTo>
                    <a:pt x="5617134" y="266700"/>
                  </a:lnTo>
                  <a:lnTo>
                    <a:pt x="5617210" y="1333500"/>
                  </a:lnTo>
                  <a:lnTo>
                    <a:pt x="5617210" y="132270"/>
                  </a:lnTo>
                  <a:lnTo>
                    <a:pt x="5614390" y="127000"/>
                  </a:lnTo>
                  <a:lnTo>
                    <a:pt x="5607037" y="114300"/>
                  </a:lnTo>
                  <a:lnTo>
                    <a:pt x="5599163" y="101600"/>
                  </a:lnTo>
                  <a:lnTo>
                    <a:pt x="5590781" y="101600"/>
                  </a:lnTo>
                  <a:lnTo>
                    <a:pt x="5581904" y="88900"/>
                  </a:lnTo>
                  <a:lnTo>
                    <a:pt x="5572544" y="76200"/>
                  </a:lnTo>
                  <a:lnTo>
                    <a:pt x="5562739" y="63500"/>
                  </a:lnTo>
                  <a:lnTo>
                    <a:pt x="5552491" y="63500"/>
                  </a:lnTo>
                  <a:lnTo>
                    <a:pt x="5541810" y="50800"/>
                  </a:lnTo>
                  <a:lnTo>
                    <a:pt x="5530735" y="38100"/>
                  </a:lnTo>
                  <a:lnTo>
                    <a:pt x="5519267" y="38100"/>
                  </a:lnTo>
                  <a:lnTo>
                    <a:pt x="5507444" y="25400"/>
                  </a:lnTo>
                  <a:lnTo>
                    <a:pt x="5495252" y="25400"/>
                  </a:lnTo>
                  <a:lnTo>
                    <a:pt x="5482831" y="12700"/>
                  </a:lnTo>
                  <a:lnTo>
                    <a:pt x="5463362" y="12700"/>
                  </a:lnTo>
                  <a:lnTo>
                    <a:pt x="5456758" y="0"/>
                  </a:lnTo>
                  <a:lnTo>
                    <a:pt x="303961" y="0"/>
                  </a:lnTo>
                  <a:lnTo>
                    <a:pt x="297357" y="12700"/>
                  </a:lnTo>
                  <a:lnTo>
                    <a:pt x="277888" y="12700"/>
                  </a:lnTo>
                  <a:lnTo>
                    <a:pt x="265468" y="25400"/>
                  </a:lnTo>
                  <a:lnTo>
                    <a:pt x="253276" y="25400"/>
                  </a:lnTo>
                  <a:lnTo>
                    <a:pt x="241439" y="38100"/>
                  </a:lnTo>
                  <a:lnTo>
                    <a:pt x="229984" y="38100"/>
                  </a:lnTo>
                  <a:lnTo>
                    <a:pt x="218909" y="50800"/>
                  </a:lnTo>
                  <a:lnTo>
                    <a:pt x="208229" y="63500"/>
                  </a:lnTo>
                  <a:lnTo>
                    <a:pt x="197980" y="63500"/>
                  </a:lnTo>
                  <a:lnTo>
                    <a:pt x="188175" y="76200"/>
                  </a:lnTo>
                  <a:lnTo>
                    <a:pt x="178816" y="88900"/>
                  </a:lnTo>
                  <a:lnTo>
                    <a:pt x="169938" y="101600"/>
                  </a:lnTo>
                  <a:lnTo>
                    <a:pt x="161556" y="101600"/>
                  </a:lnTo>
                  <a:lnTo>
                    <a:pt x="139522" y="139700"/>
                  </a:lnTo>
                  <a:lnTo>
                    <a:pt x="125018" y="177800"/>
                  </a:lnTo>
                  <a:lnTo>
                    <a:pt x="122555" y="177800"/>
                  </a:lnTo>
                  <a:lnTo>
                    <a:pt x="120256" y="190500"/>
                  </a:lnTo>
                  <a:lnTo>
                    <a:pt x="118110" y="190500"/>
                  </a:lnTo>
                  <a:lnTo>
                    <a:pt x="116128" y="203200"/>
                  </a:lnTo>
                  <a:lnTo>
                    <a:pt x="114300" y="203200"/>
                  </a:lnTo>
                  <a:lnTo>
                    <a:pt x="112649" y="215900"/>
                  </a:lnTo>
                  <a:lnTo>
                    <a:pt x="111150" y="215900"/>
                  </a:lnTo>
                  <a:lnTo>
                    <a:pt x="109816" y="228600"/>
                  </a:lnTo>
                  <a:lnTo>
                    <a:pt x="108661" y="228600"/>
                  </a:lnTo>
                  <a:lnTo>
                    <a:pt x="107683" y="241300"/>
                  </a:lnTo>
                  <a:lnTo>
                    <a:pt x="106870" y="241300"/>
                  </a:lnTo>
                  <a:lnTo>
                    <a:pt x="106235" y="254000"/>
                  </a:lnTo>
                  <a:lnTo>
                    <a:pt x="105778" y="266700"/>
                  </a:lnTo>
                  <a:lnTo>
                    <a:pt x="105498" y="266700"/>
                  </a:lnTo>
                  <a:lnTo>
                    <a:pt x="105498" y="1333500"/>
                  </a:lnTo>
                  <a:lnTo>
                    <a:pt x="105778" y="1346200"/>
                  </a:lnTo>
                  <a:lnTo>
                    <a:pt x="106235" y="1346200"/>
                  </a:lnTo>
                  <a:lnTo>
                    <a:pt x="106870" y="1358900"/>
                  </a:lnTo>
                  <a:lnTo>
                    <a:pt x="107683" y="1371600"/>
                  </a:lnTo>
                  <a:lnTo>
                    <a:pt x="108661" y="1371600"/>
                  </a:lnTo>
                  <a:lnTo>
                    <a:pt x="109816" y="1384300"/>
                  </a:lnTo>
                  <a:lnTo>
                    <a:pt x="111150" y="1384300"/>
                  </a:lnTo>
                  <a:lnTo>
                    <a:pt x="112649" y="1397000"/>
                  </a:lnTo>
                  <a:lnTo>
                    <a:pt x="114300" y="1397000"/>
                  </a:lnTo>
                  <a:lnTo>
                    <a:pt x="116128" y="1409700"/>
                  </a:lnTo>
                  <a:lnTo>
                    <a:pt x="118110" y="1409700"/>
                  </a:lnTo>
                  <a:lnTo>
                    <a:pt x="120256" y="1422400"/>
                  </a:lnTo>
                  <a:lnTo>
                    <a:pt x="122555" y="1422400"/>
                  </a:lnTo>
                  <a:lnTo>
                    <a:pt x="125018" y="1435100"/>
                  </a:lnTo>
                  <a:lnTo>
                    <a:pt x="127660" y="1435100"/>
                  </a:lnTo>
                  <a:lnTo>
                    <a:pt x="146329" y="1473200"/>
                  </a:lnTo>
                  <a:lnTo>
                    <a:pt x="169938" y="1511300"/>
                  </a:lnTo>
                  <a:lnTo>
                    <a:pt x="178816" y="1524000"/>
                  </a:lnTo>
                  <a:lnTo>
                    <a:pt x="188175" y="1524000"/>
                  </a:lnTo>
                  <a:lnTo>
                    <a:pt x="197980" y="1536700"/>
                  </a:lnTo>
                  <a:lnTo>
                    <a:pt x="208229" y="1549400"/>
                  </a:lnTo>
                  <a:lnTo>
                    <a:pt x="218909" y="1562100"/>
                  </a:lnTo>
                  <a:lnTo>
                    <a:pt x="229984" y="1562100"/>
                  </a:lnTo>
                  <a:lnTo>
                    <a:pt x="241439" y="1574800"/>
                  </a:lnTo>
                  <a:lnTo>
                    <a:pt x="253276" y="1574800"/>
                  </a:lnTo>
                  <a:lnTo>
                    <a:pt x="265468" y="1587500"/>
                  </a:lnTo>
                  <a:lnTo>
                    <a:pt x="284365" y="1587500"/>
                  </a:lnTo>
                  <a:lnTo>
                    <a:pt x="290830" y="1600200"/>
                  </a:lnTo>
                  <a:lnTo>
                    <a:pt x="324192" y="1600200"/>
                  </a:lnTo>
                  <a:lnTo>
                    <a:pt x="331063" y="1612900"/>
                  </a:lnTo>
                  <a:lnTo>
                    <a:pt x="5429656" y="1612900"/>
                  </a:lnTo>
                  <a:lnTo>
                    <a:pt x="5436527" y="1600200"/>
                  </a:lnTo>
                  <a:lnTo>
                    <a:pt x="5469890" y="1600200"/>
                  </a:lnTo>
                  <a:lnTo>
                    <a:pt x="5476341" y="1587500"/>
                  </a:lnTo>
                  <a:lnTo>
                    <a:pt x="5495252" y="1587500"/>
                  </a:lnTo>
                  <a:lnTo>
                    <a:pt x="5507444" y="1574800"/>
                  </a:lnTo>
                  <a:lnTo>
                    <a:pt x="5519267" y="1574800"/>
                  </a:lnTo>
                  <a:lnTo>
                    <a:pt x="5530735" y="1562100"/>
                  </a:lnTo>
                  <a:lnTo>
                    <a:pt x="5541810" y="1562100"/>
                  </a:lnTo>
                  <a:lnTo>
                    <a:pt x="5552491" y="1549400"/>
                  </a:lnTo>
                  <a:lnTo>
                    <a:pt x="5562739" y="1536700"/>
                  </a:lnTo>
                  <a:lnTo>
                    <a:pt x="5572544" y="1524000"/>
                  </a:lnTo>
                  <a:lnTo>
                    <a:pt x="5581904" y="1524000"/>
                  </a:lnTo>
                  <a:lnTo>
                    <a:pt x="5607037" y="1485900"/>
                  </a:lnTo>
                  <a:lnTo>
                    <a:pt x="5627446" y="1447800"/>
                  </a:lnTo>
                  <a:lnTo>
                    <a:pt x="5633047" y="1435100"/>
                  </a:lnTo>
                  <a:lnTo>
                    <a:pt x="5635701" y="1435100"/>
                  </a:lnTo>
                  <a:lnTo>
                    <a:pt x="5638152" y="1422400"/>
                  </a:lnTo>
                  <a:lnTo>
                    <a:pt x="5640463" y="1422400"/>
                  </a:lnTo>
                  <a:lnTo>
                    <a:pt x="5642610" y="1409700"/>
                  </a:lnTo>
                  <a:lnTo>
                    <a:pt x="5644591" y="1409700"/>
                  </a:lnTo>
                  <a:lnTo>
                    <a:pt x="5646407" y="1397000"/>
                  </a:lnTo>
                  <a:lnTo>
                    <a:pt x="5648071" y="1397000"/>
                  </a:lnTo>
                  <a:lnTo>
                    <a:pt x="5649569" y="1384300"/>
                  </a:lnTo>
                  <a:lnTo>
                    <a:pt x="5650903" y="1384300"/>
                  </a:lnTo>
                  <a:lnTo>
                    <a:pt x="5652059" y="1371600"/>
                  </a:lnTo>
                  <a:lnTo>
                    <a:pt x="5653036" y="1371600"/>
                  </a:lnTo>
                  <a:lnTo>
                    <a:pt x="5653849" y="1358900"/>
                  </a:lnTo>
                  <a:lnTo>
                    <a:pt x="5654484" y="1346200"/>
                  </a:lnTo>
                  <a:lnTo>
                    <a:pt x="5654941" y="1346200"/>
                  </a:lnTo>
                  <a:lnTo>
                    <a:pt x="5655221" y="1333500"/>
                  </a:lnTo>
                  <a:lnTo>
                    <a:pt x="5655221" y="266700"/>
                  </a:lnTo>
                  <a:close/>
                </a:path>
              </a:pathLst>
            </a:custGeom>
            <a:solidFill>
              <a:srgbClr val="FF0000"/>
            </a:solidFill>
          </p:spPr>
          <p:txBody>
            <a:bodyPr wrap="square" lIns="0" tIns="0" rIns="0" bIns="0" rtlCol="0"/>
            <a:lstStyle/>
            <a:p>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78483" y="1405127"/>
            <a:ext cx="5629275" cy="5324856"/>
          </a:xfrm>
          <a:prstGeom prst="rect">
            <a:avLst/>
          </a:prstGeom>
        </p:spPr>
      </p:pic>
      <p:pic>
        <p:nvPicPr>
          <p:cNvPr id="3" name="object 3"/>
          <p:cNvPicPr/>
          <p:nvPr/>
        </p:nvPicPr>
        <p:blipFill>
          <a:blip r:embed="rId3" cstate="print"/>
          <a:stretch>
            <a:fillRect/>
          </a:stretch>
        </p:blipFill>
        <p:spPr>
          <a:xfrm>
            <a:off x="643465" y="149352"/>
            <a:ext cx="8004473" cy="452496"/>
          </a:xfrm>
          <a:prstGeom prst="rect">
            <a:avLst/>
          </a:prstGeom>
        </p:spPr>
      </p:pic>
      <p:sp>
        <p:nvSpPr>
          <p:cNvPr id="4" name="object 4"/>
          <p:cNvSpPr txBox="1"/>
          <p:nvPr/>
        </p:nvSpPr>
        <p:spPr>
          <a:xfrm>
            <a:off x="515779" y="727709"/>
            <a:ext cx="8098155" cy="546100"/>
          </a:xfrm>
          <a:prstGeom prst="rect">
            <a:avLst/>
          </a:prstGeom>
        </p:spPr>
        <p:txBody>
          <a:bodyPr vert="horz" wrap="square" lIns="0" tIns="43815" rIns="0" bIns="0" rtlCol="0">
            <a:spAutoFit/>
          </a:bodyPr>
          <a:lstStyle/>
          <a:p>
            <a:pPr marL="12700" marR="5080">
              <a:lnSpc>
                <a:spcPts val="1939"/>
              </a:lnSpc>
              <a:spcBef>
                <a:spcPts val="345"/>
              </a:spcBef>
            </a:pPr>
            <a:r>
              <a:rPr sz="1800" b="1" dirty="0">
                <a:latin typeface="Segoe UI"/>
                <a:cs typeface="Segoe UI"/>
              </a:rPr>
              <a:t>Step</a:t>
            </a:r>
            <a:r>
              <a:rPr sz="1800" b="1" spc="-45" dirty="0">
                <a:latin typeface="Segoe UI"/>
                <a:cs typeface="Segoe UI"/>
              </a:rPr>
              <a:t> </a:t>
            </a:r>
            <a:r>
              <a:rPr sz="1800" b="1" dirty="0">
                <a:latin typeface="Segoe UI"/>
                <a:cs typeface="Segoe UI"/>
              </a:rPr>
              <a:t>7</a:t>
            </a:r>
            <a:r>
              <a:rPr sz="1800" b="1" spc="-40" dirty="0">
                <a:latin typeface="Segoe UI"/>
                <a:cs typeface="Segoe UI"/>
              </a:rPr>
              <a:t> </a:t>
            </a:r>
            <a:r>
              <a:rPr sz="1800" b="1" dirty="0">
                <a:latin typeface="Segoe UI"/>
                <a:cs typeface="Segoe UI"/>
              </a:rPr>
              <a:t>::</a:t>
            </a:r>
            <a:r>
              <a:rPr sz="1800" b="1" spc="-35" dirty="0">
                <a:latin typeface="Segoe UI"/>
                <a:cs typeface="Segoe UI"/>
              </a:rPr>
              <a:t> </a:t>
            </a:r>
            <a:r>
              <a:rPr sz="1800" b="1" spc="-20" dirty="0">
                <a:latin typeface="Segoe UI"/>
                <a:cs typeface="Segoe UI"/>
              </a:rPr>
              <a:t>Your</a:t>
            </a:r>
            <a:r>
              <a:rPr sz="1800" b="1" spc="-45" dirty="0">
                <a:latin typeface="Segoe UI"/>
                <a:cs typeface="Segoe UI"/>
              </a:rPr>
              <a:t> </a:t>
            </a:r>
            <a:r>
              <a:rPr sz="1800" b="1" dirty="0">
                <a:latin typeface="Segoe UI"/>
                <a:cs typeface="Segoe UI"/>
              </a:rPr>
              <a:t>nomination</a:t>
            </a:r>
            <a:r>
              <a:rPr sz="1800" b="1" spc="-40" dirty="0">
                <a:latin typeface="Segoe UI"/>
                <a:cs typeface="Segoe UI"/>
              </a:rPr>
              <a:t> </a:t>
            </a:r>
            <a:r>
              <a:rPr sz="1800" b="1" dirty="0">
                <a:latin typeface="Segoe UI"/>
                <a:cs typeface="Segoe UI"/>
              </a:rPr>
              <a:t>shall</a:t>
            </a:r>
            <a:r>
              <a:rPr sz="1800" b="1" spc="-40" dirty="0">
                <a:latin typeface="Segoe UI"/>
                <a:cs typeface="Segoe UI"/>
              </a:rPr>
              <a:t> </a:t>
            </a:r>
            <a:r>
              <a:rPr sz="1800" b="1" dirty="0">
                <a:latin typeface="Segoe UI"/>
                <a:cs typeface="Segoe UI"/>
              </a:rPr>
              <a:t>be</a:t>
            </a:r>
            <a:r>
              <a:rPr sz="1800" b="1" spc="-45" dirty="0">
                <a:latin typeface="Segoe UI"/>
                <a:cs typeface="Segoe UI"/>
              </a:rPr>
              <a:t> </a:t>
            </a:r>
            <a:r>
              <a:rPr sz="1800" b="1" dirty="0">
                <a:latin typeface="Segoe UI"/>
                <a:cs typeface="Segoe UI"/>
              </a:rPr>
              <a:t>added</a:t>
            </a:r>
            <a:r>
              <a:rPr sz="1800" b="1" spc="-40" dirty="0">
                <a:latin typeface="Segoe UI"/>
                <a:cs typeface="Segoe UI"/>
              </a:rPr>
              <a:t> </a:t>
            </a:r>
            <a:r>
              <a:rPr sz="1800" b="1" dirty="0">
                <a:latin typeface="Segoe UI"/>
                <a:cs typeface="Segoe UI"/>
              </a:rPr>
              <a:t>in</a:t>
            </a:r>
            <a:r>
              <a:rPr sz="1800" b="1" spc="-40" dirty="0">
                <a:latin typeface="Segoe UI"/>
                <a:cs typeface="Segoe UI"/>
              </a:rPr>
              <a:t> </a:t>
            </a:r>
            <a:r>
              <a:rPr sz="1800" b="1" dirty="0">
                <a:latin typeface="Segoe UI"/>
                <a:cs typeface="Segoe UI"/>
              </a:rPr>
              <a:t>the</a:t>
            </a:r>
            <a:r>
              <a:rPr sz="1800" b="1" spc="-40" dirty="0">
                <a:latin typeface="Segoe UI"/>
                <a:cs typeface="Segoe UI"/>
              </a:rPr>
              <a:t> </a:t>
            </a:r>
            <a:r>
              <a:rPr sz="1800" b="1" spc="-10" dirty="0">
                <a:latin typeface="Segoe UI"/>
                <a:cs typeface="Segoe UI"/>
              </a:rPr>
              <a:t>EDU-</a:t>
            </a:r>
            <a:r>
              <a:rPr sz="1800" b="1" dirty="0">
                <a:latin typeface="Segoe UI"/>
                <a:cs typeface="Segoe UI"/>
              </a:rPr>
              <a:t>Revolution</a:t>
            </a:r>
            <a:r>
              <a:rPr sz="1800" b="1" spc="-45" dirty="0">
                <a:latin typeface="Segoe UI"/>
                <a:cs typeface="Segoe UI"/>
              </a:rPr>
              <a:t> </a:t>
            </a:r>
            <a:r>
              <a:rPr sz="1800" b="1" dirty="0">
                <a:latin typeface="Segoe UI"/>
                <a:cs typeface="Segoe UI"/>
              </a:rPr>
              <a:t>Cart:</a:t>
            </a:r>
            <a:r>
              <a:rPr sz="1800" b="1" spc="-35" dirty="0">
                <a:latin typeface="Segoe UI"/>
                <a:cs typeface="Segoe UI"/>
              </a:rPr>
              <a:t> </a:t>
            </a:r>
            <a:r>
              <a:rPr sz="1800" b="1" dirty="0">
                <a:latin typeface="Segoe UI"/>
                <a:cs typeface="Segoe UI"/>
              </a:rPr>
              <a:t>Which</a:t>
            </a:r>
            <a:r>
              <a:rPr sz="1800" b="1" spc="-40" dirty="0">
                <a:latin typeface="Segoe UI"/>
                <a:cs typeface="Segoe UI"/>
              </a:rPr>
              <a:t> </a:t>
            </a:r>
            <a:r>
              <a:rPr sz="1800" b="1" dirty="0">
                <a:latin typeface="Segoe UI"/>
                <a:cs typeface="Segoe UI"/>
              </a:rPr>
              <a:t>you</a:t>
            </a:r>
            <a:r>
              <a:rPr sz="1800" b="1" spc="-45" dirty="0">
                <a:latin typeface="Segoe UI"/>
                <a:cs typeface="Segoe UI"/>
              </a:rPr>
              <a:t> </a:t>
            </a:r>
            <a:r>
              <a:rPr sz="1800" b="1" dirty="0">
                <a:latin typeface="Segoe UI"/>
                <a:cs typeface="Segoe UI"/>
              </a:rPr>
              <a:t>can</a:t>
            </a:r>
            <a:r>
              <a:rPr sz="1800" b="1" spc="-40" dirty="0">
                <a:latin typeface="Segoe UI"/>
                <a:cs typeface="Segoe UI"/>
              </a:rPr>
              <a:t> </a:t>
            </a:r>
            <a:r>
              <a:rPr sz="1800" b="1" spc="-10" dirty="0">
                <a:latin typeface="Segoe UI"/>
                <a:cs typeface="Segoe UI"/>
              </a:rPr>
              <a:t>Review,</a:t>
            </a:r>
            <a:r>
              <a:rPr sz="1800" b="1" spc="-35" dirty="0">
                <a:latin typeface="Segoe UI"/>
                <a:cs typeface="Segoe UI"/>
              </a:rPr>
              <a:t> </a:t>
            </a:r>
            <a:r>
              <a:rPr sz="1800" b="1" spc="-10" dirty="0">
                <a:latin typeface="Segoe UI"/>
                <a:cs typeface="Segoe UI"/>
              </a:rPr>
              <a:t>Modify, </a:t>
            </a:r>
            <a:r>
              <a:rPr sz="1800" b="1" dirty="0">
                <a:latin typeface="Segoe UI"/>
                <a:cs typeface="Segoe UI"/>
              </a:rPr>
              <a:t>and</a:t>
            </a:r>
            <a:r>
              <a:rPr sz="1800" b="1" spc="-5" dirty="0">
                <a:latin typeface="Segoe UI"/>
                <a:cs typeface="Segoe UI"/>
              </a:rPr>
              <a:t> </a:t>
            </a:r>
            <a:r>
              <a:rPr sz="1800" b="1" spc="-10" dirty="0">
                <a:latin typeface="Segoe UI"/>
                <a:cs typeface="Segoe UI"/>
              </a:rPr>
              <a:t>Remove</a:t>
            </a:r>
            <a:endParaRPr sz="1800">
              <a:latin typeface="Segoe UI"/>
              <a:cs typeface="Segoe UI"/>
            </a:endParaRPr>
          </a:p>
        </p:txBody>
      </p:sp>
      <p:pic>
        <p:nvPicPr>
          <p:cNvPr id="5" name="object 5"/>
          <p:cNvPicPr/>
          <p:nvPr/>
        </p:nvPicPr>
        <p:blipFill>
          <a:blip r:embed="rId4" cstate="print"/>
          <a:stretch>
            <a:fillRect/>
          </a:stretch>
        </p:blipFill>
        <p:spPr>
          <a:xfrm>
            <a:off x="2576036" y="3747134"/>
            <a:ext cx="3290888" cy="171831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15779" y="727709"/>
            <a:ext cx="8051006" cy="775212"/>
          </a:xfrm>
          <a:prstGeom prst="rect">
            <a:avLst/>
          </a:prstGeom>
        </p:spPr>
        <p:txBody>
          <a:bodyPr vert="horz" wrap="square" lIns="0" tIns="43815" rIns="0" bIns="0" rtlCol="0">
            <a:spAutoFit/>
          </a:bodyPr>
          <a:lstStyle/>
          <a:p>
            <a:pPr marL="12700" marR="5080">
              <a:lnSpc>
                <a:spcPts val="1939"/>
              </a:lnSpc>
              <a:spcBef>
                <a:spcPts val="345"/>
              </a:spcBef>
            </a:pPr>
            <a:r>
              <a:rPr sz="1800" b="1" dirty="0">
                <a:latin typeface="Segoe UI"/>
                <a:cs typeface="Segoe UI"/>
              </a:rPr>
              <a:t>Step</a:t>
            </a:r>
            <a:r>
              <a:rPr sz="1800" b="1" spc="-45" dirty="0">
                <a:latin typeface="Segoe UI"/>
                <a:cs typeface="Segoe UI"/>
              </a:rPr>
              <a:t> </a:t>
            </a:r>
            <a:r>
              <a:rPr sz="1800" b="1" dirty="0">
                <a:latin typeface="Segoe UI"/>
                <a:cs typeface="Segoe UI"/>
              </a:rPr>
              <a:t>8::</a:t>
            </a:r>
            <a:r>
              <a:rPr sz="1800" b="1" spc="-40" dirty="0">
                <a:latin typeface="Segoe UI"/>
                <a:cs typeface="Segoe UI"/>
              </a:rPr>
              <a:t> </a:t>
            </a:r>
            <a:r>
              <a:rPr sz="1800" b="1" spc="-20" dirty="0">
                <a:latin typeface="Segoe UI"/>
                <a:cs typeface="Segoe UI"/>
              </a:rPr>
              <a:t>Your</a:t>
            </a:r>
            <a:r>
              <a:rPr sz="1800" b="1" spc="-45" dirty="0">
                <a:latin typeface="Segoe UI"/>
                <a:cs typeface="Segoe UI"/>
              </a:rPr>
              <a:t> </a:t>
            </a:r>
            <a:r>
              <a:rPr sz="1800" b="1" dirty="0">
                <a:latin typeface="Segoe UI"/>
                <a:cs typeface="Segoe UI"/>
              </a:rPr>
              <a:t>nomination</a:t>
            </a:r>
            <a:r>
              <a:rPr sz="1800" b="1" spc="-45" dirty="0">
                <a:latin typeface="Segoe UI"/>
                <a:cs typeface="Segoe UI"/>
              </a:rPr>
              <a:t> </a:t>
            </a:r>
            <a:r>
              <a:rPr sz="1800" b="1" dirty="0">
                <a:latin typeface="Segoe UI"/>
                <a:cs typeface="Segoe UI"/>
              </a:rPr>
              <a:t>shall</a:t>
            </a:r>
            <a:r>
              <a:rPr sz="1800" b="1" spc="-45" dirty="0">
                <a:latin typeface="Segoe UI"/>
                <a:cs typeface="Segoe UI"/>
              </a:rPr>
              <a:t> </a:t>
            </a:r>
            <a:r>
              <a:rPr sz="1800" b="1" dirty="0">
                <a:latin typeface="Segoe UI"/>
                <a:cs typeface="Segoe UI"/>
              </a:rPr>
              <a:t>be</a:t>
            </a:r>
            <a:r>
              <a:rPr sz="1800" b="1" spc="-45" dirty="0">
                <a:latin typeface="Segoe UI"/>
                <a:cs typeface="Segoe UI"/>
              </a:rPr>
              <a:t> </a:t>
            </a:r>
            <a:r>
              <a:rPr sz="1800" b="1" dirty="0">
                <a:latin typeface="Segoe UI"/>
                <a:cs typeface="Segoe UI"/>
              </a:rPr>
              <a:t>added</a:t>
            </a:r>
            <a:r>
              <a:rPr sz="1800" b="1" spc="-40" dirty="0">
                <a:latin typeface="Segoe UI"/>
                <a:cs typeface="Segoe UI"/>
              </a:rPr>
              <a:t> </a:t>
            </a:r>
            <a:r>
              <a:rPr sz="1800" b="1" dirty="0">
                <a:latin typeface="Segoe UI"/>
                <a:cs typeface="Segoe UI"/>
              </a:rPr>
              <a:t>in</a:t>
            </a:r>
            <a:r>
              <a:rPr sz="1800" b="1" spc="-45" dirty="0">
                <a:latin typeface="Segoe UI"/>
                <a:cs typeface="Segoe UI"/>
              </a:rPr>
              <a:t> </a:t>
            </a:r>
            <a:r>
              <a:rPr sz="1800" b="1" dirty="0">
                <a:latin typeface="Segoe UI"/>
                <a:cs typeface="Segoe UI"/>
              </a:rPr>
              <a:t>the</a:t>
            </a:r>
            <a:r>
              <a:rPr sz="1800" b="1" spc="-45" dirty="0">
                <a:latin typeface="Segoe UI"/>
                <a:cs typeface="Segoe UI"/>
              </a:rPr>
              <a:t> </a:t>
            </a:r>
            <a:r>
              <a:rPr sz="1800" b="1" spc="-10" dirty="0">
                <a:latin typeface="Segoe UI"/>
                <a:cs typeface="Segoe UI"/>
              </a:rPr>
              <a:t>EDU-</a:t>
            </a:r>
            <a:r>
              <a:rPr sz="1800" b="1" dirty="0">
                <a:latin typeface="Segoe UI"/>
                <a:cs typeface="Segoe UI"/>
              </a:rPr>
              <a:t>Revolution</a:t>
            </a:r>
            <a:r>
              <a:rPr sz="1800" b="1" spc="-45" dirty="0">
                <a:latin typeface="Segoe UI"/>
                <a:cs typeface="Segoe UI"/>
              </a:rPr>
              <a:t> </a:t>
            </a:r>
            <a:r>
              <a:rPr sz="1800" b="1" dirty="0">
                <a:latin typeface="Segoe UI"/>
                <a:cs typeface="Segoe UI"/>
              </a:rPr>
              <a:t>Cart:</a:t>
            </a:r>
            <a:r>
              <a:rPr sz="1800" b="1" spc="-40" dirty="0">
                <a:latin typeface="Segoe UI"/>
                <a:cs typeface="Segoe UI"/>
              </a:rPr>
              <a:t> </a:t>
            </a:r>
            <a:r>
              <a:rPr sz="1800" b="1" dirty="0">
                <a:latin typeface="Segoe UI"/>
                <a:cs typeface="Segoe UI"/>
              </a:rPr>
              <a:t>Which</a:t>
            </a:r>
            <a:r>
              <a:rPr sz="1800" b="1" spc="-45" dirty="0">
                <a:latin typeface="Segoe UI"/>
                <a:cs typeface="Segoe UI"/>
              </a:rPr>
              <a:t> </a:t>
            </a:r>
            <a:r>
              <a:rPr sz="1800" b="1" dirty="0">
                <a:latin typeface="Segoe UI"/>
                <a:cs typeface="Segoe UI"/>
              </a:rPr>
              <a:t>you</a:t>
            </a:r>
            <a:r>
              <a:rPr sz="1800" b="1" spc="-40" dirty="0">
                <a:latin typeface="Segoe UI"/>
                <a:cs typeface="Segoe UI"/>
              </a:rPr>
              <a:t> </a:t>
            </a:r>
            <a:r>
              <a:rPr sz="1800" b="1" dirty="0">
                <a:latin typeface="Segoe UI"/>
                <a:cs typeface="Segoe UI"/>
              </a:rPr>
              <a:t>can</a:t>
            </a:r>
            <a:r>
              <a:rPr sz="1800" b="1" spc="-45" dirty="0">
                <a:latin typeface="Segoe UI"/>
                <a:cs typeface="Segoe UI"/>
              </a:rPr>
              <a:t> </a:t>
            </a:r>
            <a:r>
              <a:rPr sz="1800" b="1" spc="-10" dirty="0">
                <a:latin typeface="Segoe UI"/>
                <a:cs typeface="Segoe UI"/>
              </a:rPr>
              <a:t>Review,</a:t>
            </a:r>
            <a:r>
              <a:rPr sz="1800" b="1" spc="-40" dirty="0">
                <a:latin typeface="Segoe UI"/>
                <a:cs typeface="Segoe UI"/>
              </a:rPr>
              <a:t> </a:t>
            </a:r>
            <a:r>
              <a:rPr sz="1800" b="1" spc="-10" dirty="0">
                <a:latin typeface="Segoe UI"/>
                <a:cs typeface="Segoe UI"/>
              </a:rPr>
              <a:t>Modify, </a:t>
            </a:r>
            <a:r>
              <a:rPr sz="1800" b="1" dirty="0">
                <a:latin typeface="Segoe UI"/>
                <a:cs typeface="Segoe UI"/>
              </a:rPr>
              <a:t>and</a:t>
            </a:r>
            <a:r>
              <a:rPr sz="1800" b="1" spc="-45" dirty="0">
                <a:latin typeface="Segoe UI"/>
                <a:cs typeface="Segoe UI"/>
              </a:rPr>
              <a:t> </a:t>
            </a:r>
            <a:r>
              <a:rPr sz="1800" b="1" dirty="0">
                <a:latin typeface="Segoe UI"/>
                <a:cs typeface="Segoe UI"/>
              </a:rPr>
              <a:t>Remove.</a:t>
            </a:r>
            <a:r>
              <a:rPr sz="1800" b="1" spc="-35" dirty="0">
                <a:latin typeface="Segoe UI"/>
                <a:cs typeface="Segoe UI"/>
              </a:rPr>
              <a:t> You</a:t>
            </a:r>
            <a:r>
              <a:rPr sz="1800" b="1" spc="-45" dirty="0">
                <a:latin typeface="Segoe UI"/>
                <a:cs typeface="Segoe UI"/>
              </a:rPr>
              <a:t> </a:t>
            </a:r>
            <a:r>
              <a:rPr sz="1800" b="1" dirty="0">
                <a:latin typeface="Segoe UI"/>
                <a:cs typeface="Segoe UI"/>
              </a:rPr>
              <a:t>have</a:t>
            </a:r>
            <a:r>
              <a:rPr sz="1800" b="1" spc="-40" dirty="0">
                <a:latin typeface="Segoe UI"/>
                <a:cs typeface="Segoe UI"/>
              </a:rPr>
              <a:t> </a:t>
            </a:r>
            <a:r>
              <a:rPr sz="1800" b="1" dirty="0">
                <a:latin typeface="Segoe UI"/>
                <a:cs typeface="Segoe UI"/>
              </a:rPr>
              <a:t>to</a:t>
            </a:r>
            <a:r>
              <a:rPr sz="1800" b="1" spc="-45" dirty="0">
                <a:latin typeface="Segoe UI"/>
                <a:cs typeface="Segoe UI"/>
              </a:rPr>
              <a:t> </a:t>
            </a:r>
            <a:r>
              <a:rPr sz="1800" b="1" dirty="0">
                <a:latin typeface="Segoe UI"/>
                <a:cs typeface="Segoe UI"/>
              </a:rPr>
              <a:t>click</a:t>
            </a:r>
            <a:r>
              <a:rPr sz="1800" b="1" spc="-40" dirty="0">
                <a:latin typeface="Segoe UI"/>
                <a:cs typeface="Segoe UI"/>
              </a:rPr>
              <a:t> </a:t>
            </a:r>
            <a:r>
              <a:rPr sz="1800" b="1" dirty="0">
                <a:latin typeface="Segoe UI"/>
                <a:cs typeface="Segoe UI"/>
              </a:rPr>
              <a:t>on</a:t>
            </a:r>
            <a:r>
              <a:rPr sz="1800" b="1" spc="-45" dirty="0">
                <a:latin typeface="Segoe UI"/>
                <a:cs typeface="Segoe UI"/>
              </a:rPr>
              <a:t> </a:t>
            </a:r>
            <a:r>
              <a:rPr sz="1800" b="1" dirty="0">
                <a:latin typeface="Segoe UI"/>
                <a:cs typeface="Segoe UI"/>
              </a:rPr>
              <a:t>“Final</a:t>
            </a:r>
            <a:r>
              <a:rPr sz="1800" b="1" spc="-40" dirty="0">
                <a:latin typeface="Segoe UI"/>
                <a:cs typeface="Segoe UI"/>
              </a:rPr>
              <a:t> </a:t>
            </a:r>
            <a:r>
              <a:rPr sz="1800" b="1" dirty="0">
                <a:latin typeface="Segoe UI"/>
                <a:cs typeface="Segoe UI"/>
              </a:rPr>
              <a:t>Submit”</a:t>
            </a:r>
            <a:r>
              <a:rPr sz="1800" b="1" spc="-40" dirty="0">
                <a:latin typeface="Segoe UI"/>
                <a:cs typeface="Segoe UI"/>
              </a:rPr>
              <a:t> </a:t>
            </a:r>
            <a:r>
              <a:rPr sz="1800" b="1" dirty="0">
                <a:latin typeface="Segoe UI"/>
                <a:cs typeface="Segoe UI"/>
              </a:rPr>
              <a:t>for</a:t>
            </a:r>
            <a:r>
              <a:rPr sz="1800" b="1" spc="-40" dirty="0">
                <a:latin typeface="Segoe UI"/>
                <a:cs typeface="Segoe UI"/>
              </a:rPr>
              <a:t> </a:t>
            </a:r>
            <a:r>
              <a:rPr sz="1800" b="1" dirty="0">
                <a:latin typeface="Segoe UI"/>
                <a:cs typeface="Segoe UI"/>
              </a:rPr>
              <a:t>submission</a:t>
            </a:r>
            <a:r>
              <a:rPr sz="1800" b="1" spc="-45" dirty="0">
                <a:latin typeface="Segoe UI"/>
                <a:cs typeface="Segoe UI"/>
              </a:rPr>
              <a:t> </a:t>
            </a:r>
            <a:r>
              <a:rPr sz="1800" b="1" dirty="0">
                <a:latin typeface="Segoe UI"/>
                <a:cs typeface="Segoe UI"/>
              </a:rPr>
              <a:t>of</a:t>
            </a:r>
            <a:r>
              <a:rPr sz="1800" b="1" spc="-40" dirty="0">
                <a:latin typeface="Segoe UI"/>
                <a:cs typeface="Segoe UI"/>
              </a:rPr>
              <a:t> </a:t>
            </a:r>
            <a:r>
              <a:rPr sz="1800" b="1" dirty="0">
                <a:latin typeface="Segoe UI"/>
                <a:cs typeface="Segoe UI"/>
              </a:rPr>
              <a:t>your</a:t>
            </a:r>
            <a:r>
              <a:rPr sz="1800" b="1" spc="-45" dirty="0">
                <a:latin typeface="Segoe UI"/>
                <a:cs typeface="Segoe UI"/>
              </a:rPr>
              <a:t> </a:t>
            </a:r>
            <a:r>
              <a:rPr sz="1800" b="1" spc="-10" dirty="0">
                <a:latin typeface="Segoe UI"/>
                <a:cs typeface="Segoe UI"/>
              </a:rPr>
              <a:t>nominations.</a:t>
            </a:r>
            <a:endParaRPr sz="1800">
              <a:latin typeface="Segoe UI"/>
              <a:cs typeface="Segoe UI"/>
            </a:endParaRPr>
          </a:p>
        </p:txBody>
      </p:sp>
      <p:grpSp>
        <p:nvGrpSpPr>
          <p:cNvPr id="3" name="object 3"/>
          <p:cNvGrpSpPr/>
          <p:nvPr/>
        </p:nvGrpSpPr>
        <p:grpSpPr>
          <a:xfrm>
            <a:off x="190881" y="1455419"/>
            <a:ext cx="8829675" cy="5140960"/>
            <a:chOff x="254508" y="1455419"/>
            <a:chExt cx="11772900" cy="5140960"/>
          </a:xfrm>
        </p:grpSpPr>
        <p:pic>
          <p:nvPicPr>
            <p:cNvPr id="4" name="object 4"/>
            <p:cNvPicPr/>
            <p:nvPr/>
          </p:nvPicPr>
          <p:blipFill>
            <a:blip r:embed="rId2" cstate="print"/>
            <a:stretch>
              <a:fillRect/>
            </a:stretch>
          </p:blipFill>
          <p:spPr>
            <a:xfrm>
              <a:off x="254508" y="1455419"/>
              <a:ext cx="11772900" cy="5140452"/>
            </a:xfrm>
            <a:prstGeom prst="rect">
              <a:avLst/>
            </a:prstGeom>
          </p:spPr>
        </p:pic>
        <p:sp>
          <p:nvSpPr>
            <p:cNvPr id="5" name="object 5"/>
            <p:cNvSpPr/>
            <p:nvPr/>
          </p:nvSpPr>
          <p:spPr>
            <a:xfrm>
              <a:off x="590121" y="1581264"/>
              <a:ext cx="1866900" cy="494030"/>
            </a:xfrm>
            <a:custGeom>
              <a:avLst/>
              <a:gdLst/>
              <a:ahLst/>
              <a:cxnLst/>
              <a:rect l="l" t="t" r="r" b="b"/>
              <a:pathLst>
                <a:path w="1866900" h="494030">
                  <a:moveTo>
                    <a:pt x="1785921" y="494029"/>
                  </a:moveTo>
                  <a:lnTo>
                    <a:pt x="80565" y="494029"/>
                  </a:lnTo>
                  <a:lnTo>
                    <a:pt x="71256" y="491489"/>
                  </a:lnTo>
                  <a:lnTo>
                    <a:pt x="57959" y="487679"/>
                  </a:lnTo>
                  <a:lnTo>
                    <a:pt x="53743" y="485139"/>
                  </a:lnTo>
                  <a:lnTo>
                    <a:pt x="49628" y="482600"/>
                  </a:lnTo>
                  <a:lnTo>
                    <a:pt x="45640" y="481329"/>
                  </a:lnTo>
                  <a:lnTo>
                    <a:pt x="41767" y="478789"/>
                  </a:lnTo>
                  <a:lnTo>
                    <a:pt x="38046" y="476250"/>
                  </a:lnTo>
                  <a:lnTo>
                    <a:pt x="34439" y="472439"/>
                  </a:lnTo>
                  <a:lnTo>
                    <a:pt x="30997" y="469900"/>
                  </a:lnTo>
                  <a:lnTo>
                    <a:pt x="27682" y="466089"/>
                  </a:lnTo>
                  <a:lnTo>
                    <a:pt x="24533" y="463550"/>
                  </a:lnTo>
                  <a:lnTo>
                    <a:pt x="21548" y="459739"/>
                  </a:lnTo>
                  <a:lnTo>
                    <a:pt x="5572" y="431800"/>
                  </a:lnTo>
                  <a:lnTo>
                    <a:pt x="4073" y="427989"/>
                  </a:lnTo>
                  <a:lnTo>
                    <a:pt x="2790" y="422909"/>
                  </a:lnTo>
                  <a:lnTo>
                    <a:pt x="1724" y="419100"/>
                  </a:lnTo>
                  <a:lnTo>
                    <a:pt x="885" y="414019"/>
                  </a:lnTo>
                  <a:lnTo>
                    <a:pt x="276" y="408939"/>
                  </a:lnTo>
                  <a:lnTo>
                    <a:pt x="0" y="405129"/>
                  </a:lnTo>
                  <a:lnTo>
                    <a:pt x="92" y="87629"/>
                  </a:lnTo>
                  <a:lnTo>
                    <a:pt x="184" y="86359"/>
                  </a:lnTo>
                  <a:lnTo>
                    <a:pt x="276" y="85089"/>
                  </a:lnTo>
                  <a:lnTo>
                    <a:pt x="885" y="80009"/>
                  </a:lnTo>
                  <a:lnTo>
                    <a:pt x="1724" y="74929"/>
                  </a:lnTo>
                  <a:lnTo>
                    <a:pt x="2790" y="71119"/>
                  </a:lnTo>
                  <a:lnTo>
                    <a:pt x="4073" y="66039"/>
                  </a:lnTo>
                  <a:lnTo>
                    <a:pt x="5572" y="62229"/>
                  </a:lnTo>
                  <a:lnTo>
                    <a:pt x="7286" y="57150"/>
                  </a:lnTo>
                  <a:lnTo>
                    <a:pt x="9191" y="53339"/>
                  </a:lnTo>
                  <a:lnTo>
                    <a:pt x="11299" y="49529"/>
                  </a:lnTo>
                  <a:lnTo>
                    <a:pt x="13585" y="45719"/>
                  </a:lnTo>
                  <a:lnTo>
                    <a:pt x="16062" y="40639"/>
                  </a:lnTo>
                  <a:lnTo>
                    <a:pt x="18716" y="38099"/>
                  </a:lnTo>
                  <a:lnTo>
                    <a:pt x="21548" y="34289"/>
                  </a:lnTo>
                  <a:lnTo>
                    <a:pt x="24533" y="30479"/>
                  </a:lnTo>
                  <a:lnTo>
                    <a:pt x="27682" y="26669"/>
                  </a:lnTo>
                  <a:lnTo>
                    <a:pt x="30997" y="24129"/>
                  </a:lnTo>
                  <a:lnTo>
                    <a:pt x="34439" y="21589"/>
                  </a:lnTo>
                  <a:lnTo>
                    <a:pt x="38046" y="17779"/>
                  </a:lnTo>
                  <a:lnTo>
                    <a:pt x="41767" y="15239"/>
                  </a:lnTo>
                  <a:lnTo>
                    <a:pt x="45640" y="12699"/>
                  </a:lnTo>
                  <a:lnTo>
                    <a:pt x="49628" y="10159"/>
                  </a:lnTo>
                  <a:lnTo>
                    <a:pt x="53743" y="8889"/>
                  </a:lnTo>
                  <a:lnTo>
                    <a:pt x="57959" y="6349"/>
                  </a:lnTo>
                  <a:lnTo>
                    <a:pt x="66722" y="3809"/>
                  </a:lnTo>
                  <a:lnTo>
                    <a:pt x="80565" y="0"/>
                  </a:lnTo>
                  <a:lnTo>
                    <a:pt x="1785921" y="0"/>
                  </a:lnTo>
                  <a:lnTo>
                    <a:pt x="1799764" y="3809"/>
                  </a:lnTo>
                  <a:lnTo>
                    <a:pt x="1808527" y="6349"/>
                  </a:lnTo>
                  <a:lnTo>
                    <a:pt x="1812744" y="8889"/>
                  </a:lnTo>
                  <a:lnTo>
                    <a:pt x="1816858" y="10159"/>
                  </a:lnTo>
                  <a:lnTo>
                    <a:pt x="1820846" y="12699"/>
                  </a:lnTo>
                  <a:lnTo>
                    <a:pt x="1824720" y="15239"/>
                  </a:lnTo>
                  <a:lnTo>
                    <a:pt x="1828441" y="17779"/>
                  </a:lnTo>
                  <a:lnTo>
                    <a:pt x="1832048" y="21589"/>
                  </a:lnTo>
                  <a:lnTo>
                    <a:pt x="1835489" y="24129"/>
                  </a:lnTo>
                  <a:lnTo>
                    <a:pt x="1838804" y="26669"/>
                  </a:lnTo>
                  <a:lnTo>
                    <a:pt x="1841954" y="30479"/>
                  </a:lnTo>
                  <a:lnTo>
                    <a:pt x="1844938" y="34289"/>
                  </a:lnTo>
                  <a:lnTo>
                    <a:pt x="1846826" y="36829"/>
                  </a:lnTo>
                  <a:lnTo>
                    <a:pt x="92567" y="36829"/>
                  </a:lnTo>
                  <a:lnTo>
                    <a:pt x="88693" y="38099"/>
                  </a:lnTo>
                  <a:lnTo>
                    <a:pt x="83969" y="38099"/>
                  </a:lnTo>
                  <a:lnTo>
                    <a:pt x="80286" y="39369"/>
                  </a:lnTo>
                  <a:lnTo>
                    <a:pt x="78495" y="39369"/>
                  </a:lnTo>
                  <a:lnTo>
                    <a:pt x="74952" y="40639"/>
                  </a:lnTo>
                  <a:lnTo>
                    <a:pt x="75828" y="40639"/>
                  </a:lnTo>
                  <a:lnTo>
                    <a:pt x="72374" y="41909"/>
                  </a:lnTo>
                  <a:lnTo>
                    <a:pt x="73237" y="41909"/>
                  </a:lnTo>
                  <a:lnTo>
                    <a:pt x="69859" y="43179"/>
                  </a:lnTo>
                  <a:lnTo>
                    <a:pt x="70697" y="43179"/>
                  </a:lnTo>
                  <a:lnTo>
                    <a:pt x="67408" y="44450"/>
                  </a:lnTo>
                  <a:lnTo>
                    <a:pt x="68221" y="44450"/>
                  </a:lnTo>
                  <a:lnTo>
                    <a:pt x="65033" y="45719"/>
                  </a:lnTo>
                  <a:lnTo>
                    <a:pt x="65808" y="45719"/>
                  </a:lnTo>
                  <a:lnTo>
                    <a:pt x="62722" y="46989"/>
                  </a:lnTo>
                  <a:lnTo>
                    <a:pt x="63484" y="46989"/>
                  </a:lnTo>
                  <a:lnTo>
                    <a:pt x="61985" y="48259"/>
                  </a:lnTo>
                  <a:lnTo>
                    <a:pt x="61223" y="48259"/>
                  </a:lnTo>
                  <a:lnTo>
                    <a:pt x="59782" y="49529"/>
                  </a:lnTo>
                  <a:lnTo>
                    <a:pt x="59051" y="49529"/>
                  </a:lnTo>
                  <a:lnTo>
                    <a:pt x="56283" y="52069"/>
                  </a:lnTo>
                  <a:lnTo>
                    <a:pt x="56956" y="52069"/>
                  </a:lnTo>
                  <a:lnTo>
                    <a:pt x="55629" y="53339"/>
                  </a:lnTo>
                  <a:lnTo>
                    <a:pt x="54949" y="53339"/>
                  </a:lnTo>
                  <a:lnTo>
                    <a:pt x="52422" y="55879"/>
                  </a:lnTo>
                  <a:lnTo>
                    <a:pt x="53044" y="55879"/>
                  </a:lnTo>
                  <a:lnTo>
                    <a:pt x="50644" y="58419"/>
                  </a:lnTo>
                  <a:lnTo>
                    <a:pt x="51228" y="58419"/>
                  </a:lnTo>
                  <a:lnTo>
                    <a:pt x="50091" y="59689"/>
                  </a:lnTo>
                  <a:lnTo>
                    <a:pt x="49501" y="59689"/>
                  </a:lnTo>
                  <a:lnTo>
                    <a:pt x="48087" y="62229"/>
                  </a:lnTo>
                  <a:lnTo>
                    <a:pt x="47901" y="62229"/>
                  </a:lnTo>
                  <a:lnTo>
                    <a:pt x="45907" y="64769"/>
                  </a:lnTo>
                  <a:lnTo>
                    <a:pt x="46389" y="64769"/>
                  </a:lnTo>
                  <a:lnTo>
                    <a:pt x="44561" y="67309"/>
                  </a:lnTo>
                  <a:lnTo>
                    <a:pt x="44992" y="67309"/>
                  </a:lnTo>
                  <a:lnTo>
                    <a:pt x="43316" y="69850"/>
                  </a:lnTo>
                  <a:lnTo>
                    <a:pt x="43710" y="69850"/>
                  </a:lnTo>
                  <a:lnTo>
                    <a:pt x="42186" y="72389"/>
                  </a:lnTo>
                  <a:lnTo>
                    <a:pt x="42554" y="72389"/>
                  </a:lnTo>
                  <a:lnTo>
                    <a:pt x="41195" y="74929"/>
                  </a:lnTo>
                  <a:lnTo>
                    <a:pt x="41513" y="74929"/>
                  </a:lnTo>
                  <a:lnTo>
                    <a:pt x="40319" y="77469"/>
                  </a:lnTo>
                  <a:lnTo>
                    <a:pt x="40598" y="77469"/>
                  </a:lnTo>
                  <a:lnTo>
                    <a:pt x="39231" y="82550"/>
                  </a:lnTo>
                  <a:lnTo>
                    <a:pt x="38947" y="83819"/>
                  </a:lnTo>
                  <a:lnTo>
                    <a:pt x="38477" y="86359"/>
                  </a:lnTo>
                  <a:lnTo>
                    <a:pt x="38134" y="88900"/>
                  </a:lnTo>
                  <a:lnTo>
                    <a:pt x="38134" y="405129"/>
                  </a:lnTo>
                  <a:lnTo>
                    <a:pt x="38617" y="408939"/>
                  </a:lnTo>
                  <a:lnTo>
                    <a:pt x="38926" y="410209"/>
                  </a:lnTo>
                  <a:lnTo>
                    <a:pt x="39150" y="411479"/>
                  </a:lnTo>
                  <a:lnTo>
                    <a:pt x="39514" y="412750"/>
                  </a:lnTo>
                  <a:lnTo>
                    <a:pt x="39798" y="414019"/>
                  </a:lnTo>
                  <a:lnTo>
                    <a:pt x="40255" y="415289"/>
                  </a:lnTo>
                  <a:lnTo>
                    <a:pt x="40598" y="416559"/>
                  </a:lnTo>
                  <a:lnTo>
                    <a:pt x="41513" y="419100"/>
                  </a:lnTo>
                  <a:lnTo>
                    <a:pt x="41195" y="419100"/>
                  </a:lnTo>
                  <a:lnTo>
                    <a:pt x="42554" y="421639"/>
                  </a:lnTo>
                  <a:lnTo>
                    <a:pt x="42186" y="421639"/>
                  </a:lnTo>
                  <a:lnTo>
                    <a:pt x="43710" y="424179"/>
                  </a:lnTo>
                  <a:lnTo>
                    <a:pt x="43316" y="424179"/>
                  </a:lnTo>
                  <a:lnTo>
                    <a:pt x="44992" y="426719"/>
                  </a:lnTo>
                  <a:lnTo>
                    <a:pt x="44561" y="426719"/>
                  </a:lnTo>
                  <a:lnTo>
                    <a:pt x="46389" y="429259"/>
                  </a:lnTo>
                  <a:lnTo>
                    <a:pt x="46571" y="429259"/>
                  </a:lnTo>
                  <a:lnTo>
                    <a:pt x="47901" y="431800"/>
                  </a:lnTo>
                  <a:lnTo>
                    <a:pt x="48087" y="431800"/>
                  </a:lnTo>
                  <a:lnTo>
                    <a:pt x="48832" y="433138"/>
                  </a:lnTo>
                  <a:lnTo>
                    <a:pt x="49106" y="433420"/>
                  </a:lnTo>
                  <a:lnTo>
                    <a:pt x="49501" y="434339"/>
                  </a:lnTo>
                  <a:lnTo>
                    <a:pt x="50091" y="434339"/>
                  </a:lnTo>
                  <a:lnTo>
                    <a:pt x="51228" y="435609"/>
                  </a:lnTo>
                  <a:lnTo>
                    <a:pt x="50644" y="435609"/>
                  </a:lnTo>
                  <a:lnTo>
                    <a:pt x="53044" y="438150"/>
                  </a:lnTo>
                  <a:lnTo>
                    <a:pt x="53686" y="438150"/>
                  </a:lnTo>
                  <a:lnTo>
                    <a:pt x="54949" y="439419"/>
                  </a:lnTo>
                  <a:lnTo>
                    <a:pt x="54302" y="439419"/>
                  </a:lnTo>
                  <a:lnTo>
                    <a:pt x="56956" y="441959"/>
                  </a:lnTo>
                  <a:lnTo>
                    <a:pt x="57667" y="441959"/>
                  </a:lnTo>
                  <a:lnTo>
                    <a:pt x="59051" y="443229"/>
                  </a:lnTo>
                  <a:lnTo>
                    <a:pt x="58340" y="443229"/>
                  </a:lnTo>
                  <a:lnTo>
                    <a:pt x="61223" y="445769"/>
                  </a:lnTo>
                  <a:lnTo>
                    <a:pt x="61985" y="445769"/>
                  </a:lnTo>
                  <a:lnTo>
                    <a:pt x="63484" y="447039"/>
                  </a:lnTo>
                  <a:lnTo>
                    <a:pt x="62722" y="447039"/>
                  </a:lnTo>
                  <a:lnTo>
                    <a:pt x="65808" y="448309"/>
                  </a:lnTo>
                  <a:lnTo>
                    <a:pt x="65033" y="448309"/>
                  </a:lnTo>
                  <a:lnTo>
                    <a:pt x="68221" y="449579"/>
                  </a:lnTo>
                  <a:lnTo>
                    <a:pt x="67408" y="449579"/>
                  </a:lnTo>
                  <a:lnTo>
                    <a:pt x="70697" y="450850"/>
                  </a:lnTo>
                  <a:lnTo>
                    <a:pt x="69859" y="450850"/>
                  </a:lnTo>
                  <a:lnTo>
                    <a:pt x="73237" y="452119"/>
                  </a:lnTo>
                  <a:lnTo>
                    <a:pt x="72374" y="452119"/>
                  </a:lnTo>
                  <a:lnTo>
                    <a:pt x="75828" y="453389"/>
                  </a:lnTo>
                  <a:lnTo>
                    <a:pt x="74952" y="453389"/>
                  </a:lnTo>
                  <a:lnTo>
                    <a:pt x="78495" y="454659"/>
                  </a:lnTo>
                  <a:lnTo>
                    <a:pt x="80286" y="454659"/>
                  </a:lnTo>
                  <a:lnTo>
                    <a:pt x="83969" y="455929"/>
                  </a:lnTo>
                  <a:lnTo>
                    <a:pt x="1847770" y="455929"/>
                  </a:lnTo>
                  <a:lnTo>
                    <a:pt x="1844938" y="459739"/>
                  </a:lnTo>
                  <a:lnTo>
                    <a:pt x="1841954" y="463550"/>
                  </a:lnTo>
                  <a:lnTo>
                    <a:pt x="1838804" y="466089"/>
                  </a:lnTo>
                  <a:lnTo>
                    <a:pt x="1835489" y="469900"/>
                  </a:lnTo>
                  <a:lnTo>
                    <a:pt x="1832048" y="472439"/>
                  </a:lnTo>
                  <a:lnTo>
                    <a:pt x="1828441" y="476250"/>
                  </a:lnTo>
                  <a:lnTo>
                    <a:pt x="1824720" y="478789"/>
                  </a:lnTo>
                  <a:lnTo>
                    <a:pt x="1820846" y="481329"/>
                  </a:lnTo>
                  <a:lnTo>
                    <a:pt x="1816858" y="482600"/>
                  </a:lnTo>
                  <a:lnTo>
                    <a:pt x="1812744" y="485139"/>
                  </a:lnTo>
                  <a:lnTo>
                    <a:pt x="1808527" y="487679"/>
                  </a:lnTo>
                  <a:lnTo>
                    <a:pt x="1799764" y="490219"/>
                  </a:lnTo>
                  <a:lnTo>
                    <a:pt x="1785921" y="494029"/>
                  </a:lnTo>
                  <a:close/>
                </a:path>
                <a:path w="1866900" h="494030">
                  <a:moveTo>
                    <a:pt x="1806000" y="49529"/>
                  </a:moveTo>
                  <a:lnTo>
                    <a:pt x="1803003" y="46989"/>
                  </a:lnTo>
                  <a:lnTo>
                    <a:pt x="1803765" y="46989"/>
                  </a:lnTo>
                  <a:lnTo>
                    <a:pt x="1800679" y="45719"/>
                  </a:lnTo>
                  <a:lnTo>
                    <a:pt x="1801453" y="45719"/>
                  </a:lnTo>
                  <a:lnTo>
                    <a:pt x="1798266" y="44450"/>
                  </a:lnTo>
                  <a:lnTo>
                    <a:pt x="1799078" y="44450"/>
                  </a:lnTo>
                  <a:lnTo>
                    <a:pt x="1795789" y="43179"/>
                  </a:lnTo>
                  <a:lnTo>
                    <a:pt x="1796627" y="43179"/>
                  </a:lnTo>
                  <a:lnTo>
                    <a:pt x="1793249" y="41909"/>
                  </a:lnTo>
                  <a:lnTo>
                    <a:pt x="1794113" y="41909"/>
                  </a:lnTo>
                  <a:lnTo>
                    <a:pt x="1790658" y="40639"/>
                  </a:lnTo>
                  <a:lnTo>
                    <a:pt x="1791535" y="40639"/>
                  </a:lnTo>
                  <a:lnTo>
                    <a:pt x="1787991" y="39369"/>
                  </a:lnTo>
                  <a:lnTo>
                    <a:pt x="1786201" y="39369"/>
                  </a:lnTo>
                  <a:lnTo>
                    <a:pt x="1782518" y="38099"/>
                  </a:lnTo>
                  <a:lnTo>
                    <a:pt x="1777793" y="38099"/>
                  </a:lnTo>
                  <a:lnTo>
                    <a:pt x="1773920" y="36829"/>
                  </a:lnTo>
                  <a:lnTo>
                    <a:pt x="1846826" y="36829"/>
                  </a:lnTo>
                  <a:lnTo>
                    <a:pt x="1847770" y="38099"/>
                  </a:lnTo>
                  <a:lnTo>
                    <a:pt x="1850424" y="40639"/>
                  </a:lnTo>
                  <a:lnTo>
                    <a:pt x="1852901" y="45719"/>
                  </a:lnTo>
                  <a:lnTo>
                    <a:pt x="1854425" y="48259"/>
                  </a:lnTo>
                  <a:lnTo>
                    <a:pt x="1805263" y="48259"/>
                  </a:lnTo>
                  <a:lnTo>
                    <a:pt x="1806000" y="49529"/>
                  </a:lnTo>
                  <a:close/>
                </a:path>
                <a:path w="1866900" h="494030">
                  <a:moveTo>
                    <a:pt x="77593" y="40639"/>
                  </a:moveTo>
                  <a:lnTo>
                    <a:pt x="78495" y="39369"/>
                  </a:lnTo>
                  <a:lnTo>
                    <a:pt x="81200" y="39369"/>
                  </a:lnTo>
                  <a:lnTo>
                    <a:pt x="77593" y="40639"/>
                  </a:lnTo>
                  <a:close/>
                </a:path>
                <a:path w="1866900" h="494030">
                  <a:moveTo>
                    <a:pt x="1788893" y="40639"/>
                  </a:moveTo>
                  <a:lnTo>
                    <a:pt x="1785286" y="39369"/>
                  </a:lnTo>
                  <a:lnTo>
                    <a:pt x="1787991" y="39369"/>
                  </a:lnTo>
                  <a:lnTo>
                    <a:pt x="1788893" y="40639"/>
                  </a:lnTo>
                  <a:close/>
                </a:path>
                <a:path w="1866900" h="494030">
                  <a:moveTo>
                    <a:pt x="60486" y="49529"/>
                  </a:moveTo>
                  <a:lnTo>
                    <a:pt x="61223" y="48259"/>
                  </a:lnTo>
                  <a:lnTo>
                    <a:pt x="61985" y="48259"/>
                  </a:lnTo>
                  <a:lnTo>
                    <a:pt x="60486" y="49529"/>
                  </a:lnTo>
                  <a:close/>
                </a:path>
                <a:path w="1866900" h="494030">
                  <a:moveTo>
                    <a:pt x="1808146" y="50800"/>
                  </a:moveTo>
                  <a:lnTo>
                    <a:pt x="1805263" y="48259"/>
                  </a:lnTo>
                  <a:lnTo>
                    <a:pt x="1854425" y="48259"/>
                  </a:lnTo>
                  <a:lnTo>
                    <a:pt x="1855187" y="49529"/>
                  </a:lnTo>
                  <a:lnTo>
                    <a:pt x="1807435" y="49529"/>
                  </a:lnTo>
                  <a:lnTo>
                    <a:pt x="1808146" y="50800"/>
                  </a:lnTo>
                  <a:close/>
                </a:path>
                <a:path w="1866900" h="494030">
                  <a:moveTo>
                    <a:pt x="58340" y="50800"/>
                  </a:moveTo>
                  <a:lnTo>
                    <a:pt x="59051" y="49529"/>
                  </a:lnTo>
                  <a:lnTo>
                    <a:pt x="59782" y="49529"/>
                  </a:lnTo>
                  <a:lnTo>
                    <a:pt x="58340" y="50800"/>
                  </a:lnTo>
                  <a:close/>
                </a:path>
                <a:path w="1866900" h="494030">
                  <a:moveTo>
                    <a:pt x="1812185" y="54609"/>
                  </a:moveTo>
                  <a:lnTo>
                    <a:pt x="1809530" y="52069"/>
                  </a:lnTo>
                  <a:lnTo>
                    <a:pt x="1810204" y="52069"/>
                  </a:lnTo>
                  <a:lnTo>
                    <a:pt x="1807435" y="49529"/>
                  </a:lnTo>
                  <a:lnTo>
                    <a:pt x="1855187" y="49529"/>
                  </a:lnTo>
                  <a:lnTo>
                    <a:pt x="1857295" y="53339"/>
                  </a:lnTo>
                  <a:lnTo>
                    <a:pt x="1811537" y="53339"/>
                  </a:lnTo>
                  <a:lnTo>
                    <a:pt x="1812185" y="54609"/>
                  </a:lnTo>
                  <a:close/>
                </a:path>
                <a:path w="1866900" h="494030">
                  <a:moveTo>
                    <a:pt x="54302" y="54609"/>
                  </a:moveTo>
                  <a:lnTo>
                    <a:pt x="54949" y="53339"/>
                  </a:lnTo>
                  <a:lnTo>
                    <a:pt x="55629" y="53339"/>
                  </a:lnTo>
                  <a:lnTo>
                    <a:pt x="54302" y="54609"/>
                  </a:lnTo>
                  <a:close/>
                </a:path>
                <a:path w="1866900" h="494030">
                  <a:moveTo>
                    <a:pt x="1817957" y="61435"/>
                  </a:moveTo>
                  <a:lnTo>
                    <a:pt x="1815258" y="58419"/>
                  </a:lnTo>
                  <a:lnTo>
                    <a:pt x="1815842" y="58419"/>
                  </a:lnTo>
                  <a:lnTo>
                    <a:pt x="1813442" y="55879"/>
                  </a:lnTo>
                  <a:lnTo>
                    <a:pt x="1814064" y="55879"/>
                  </a:lnTo>
                  <a:lnTo>
                    <a:pt x="1811537" y="53339"/>
                  </a:lnTo>
                  <a:lnTo>
                    <a:pt x="1857295" y="53339"/>
                  </a:lnTo>
                  <a:lnTo>
                    <a:pt x="1859200" y="57150"/>
                  </a:lnTo>
                  <a:lnTo>
                    <a:pt x="1860057" y="59689"/>
                  </a:lnTo>
                  <a:lnTo>
                    <a:pt x="1816985" y="59689"/>
                  </a:lnTo>
                  <a:lnTo>
                    <a:pt x="1817957" y="61435"/>
                  </a:lnTo>
                  <a:close/>
                </a:path>
                <a:path w="1866900" h="494030">
                  <a:moveTo>
                    <a:pt x="48529" y="61435"/>
                  </a:moveTo>
                  <a:lnTo>
                    <a:pt x="49501" y="59689"/>
                  </a:lnTo>
                  <a:lnTo>
                    <a:pt x="50091" y="59689"/>
                  </a:lnTo>
                  <a:lnTo>
                    <a:pt x="48529" y="61435"/>
                  </a:lnTo>
                  <a:close/>
                </a:path>
                <a:path w="1866900" h="494030">
                  <a:moveTo>
                    <a:pt x="1819106" y="63500"/>
                  </a:moveTo>
                  <a:lnTo>
                    <a:pt x="1817654" y="60891"/>
                  </a:lnTo>
                  <a:lnTo>
                    <a:pt x="1817381" y="60609"/>
                  </a:lnTo>
                  <a:lnTo>
                    <a:pt x="1816985" y="59689"/>
                  </a:lnTo>
                  <a:lnTo>
                    <a:pt x="1860057" y="59689"/>
                  </a:lnTo>
                  <a:lnTo>
                    <a:pt x="1860915" y="62229"/>
                  </a:lnTo>
                  <a:lnTo>
                    <a:pt x="1818586" y="62229"/>
                  </a:lnTo>
                  <a:lnTo>
                    <a:pt x="1819106" y="63500"/>
                  </a:lnTo>
                  <a:close/>
                </a:path>
                <a:path w="1866900" h="494030">
                  <a:moveTo>
                    <a:pt x="47380" y="63500"/>
                  </a:moveTo>
                  <a:lnTo>
                    <a:pt x="47901" y="62229"/>
                  </a:lnTo>
                  <a:lnTo>
                    <a:pt x="48087" y="62229"/>
                  </a:lnTo>
                  <a:lnTo>
                    <a:pt x="47380" y="63500"/>
                  </a:lnTo>
                  <a:close/>
                </a:path>
                <a:path w="1866900" h="494030">
                  <a:moveTo>
                    <a:pt x="1861914" y="429259"/>
                  </a:moveTo>
                  <a:lnTo>
                    <a:pt x="1820097" y="429259"/>
                  </a:lnTo>
                  <a:lnTo>
                    <a:pt x="1821926" y="426719"/>
                  </a:lnTo>
                  <a:lnTo>
                    <a:pt x="1821494" y="426719"/>
                  </a:lnTo>
                  <a:lnTo>
                    <a:pt x="1823170" y="424179"/>
                  </a:lnTo>
                  <a:lnTo>
                    <a:pt x="1822777" y="424179"/>
                  </a:lnTo>
                  <a:lnTo>
                    <a:pt x="1824301" y="421639"/>
                  </a:lnTo>
                  <a:lnTo>
                    <a:pt x="1823932" y="421639"/>
                  </a:lnTo>
                  <a:lnTo>
                    <a:pt x="1825291" y="419100"/>
                  </a:lnTo>
                  <a:lnTo>
                    <a:pt x="1824974" y="419100"/>
                  </a:lnTo>
                  <a:lnTo>
                    <a:pt x="1825888" y="416559"/>
                  </a:lnTo>
                  <a:lnTo>
                    <a:pt x="1826231" y="415289"/>
                  </a:lnTo>
                  <a:lnTo>
                    <a:pt x="1826688" y="414019"/>
                  </a:lnTo>
                  <a:lnTo>
                    <a:pt x="1826972" y="412750"/>
                  </a:lnTo>
                  <a:lnTo>
                    <a:pt x="1827336" y="411479"/>
                  </a:lnTo>
                  <a:lnTo>
                    <a:pt x="1827560" y="410209"/>
                  </a:lnTo>
                  <a:lnTo>
                    <a:pt x="1827869" y="408939"/>
                  </a:lnTo>
                  <a:lnTo>
                    <a:pt x="1828250" y="405129"/>
                  </a:lnTo>
                  <a:lnTo>
                    <a:pt x="1828352" y="88900"/>
                  </a:lnTo>
                  <a:lnTo>
                    <a:pt x="1828009" y="86359"/>
                  </a:lnTo>
                  <a:lnTo>
                    <a:pt x="1827539" y="83819"/>
                  </a:lnTo>
                  <a:lnTo>
                    <a:pt x="1827255" y="82550"/>
                  </a:lnTo>
                  <a:lnTo>
                    <a:pt x="1825888" y="77469"/>
                  </a:lnTo>
                  <a:lnTo>
                    <a:pt x="1826167" y="77469"/>
                  </a:lnTo>
                  <a:lnTo>
                    <a:pt x="1824974" y="74929"/>
                  </a:lnTo>
                  <a:lnTo>
                    <a:pt x="1825291" y="74929"/>
                  </a:lnTo>
                  <a:lnTo>
                    <a:pt x="1823932" y="72389"/>
                  </a:lnTo>
                  <a:lnTo>
                    <a:pt x="1824301" y="72389"/>
                  </a:lnTo>
                  <a:lnTo>
                    <a:pt x="1822777" y="69850"/>
                  </a:lnTo>
                  <a:lnTo>
                    <a:pt x="1823170" y="69850"/>
                  </a:lnTo>
                  <a:lnTo>
                    <a:pt x="1821494" y="67309"/>
                  </a:lnTo>
                  <a:lnTo>
                    <a:pt x="1821926" y="67309"/>
                  </a:lnTo>
                  <a:lnTo>
                    <a:pt x="1820097" y="64769"/>
                  </a:lnTo>
                  <a:lnTo>
                    <a:pt x="1820579" y="64769"/>
                  </a:lnTo>
                  <a:lnTo>
                    <a:pt x="1818586" y="62229"/>
                  </a:lnTo>
                  <a:lnTo>
                    <a:pt x="1860915" y="62229"/>
                  </a:lnTo>
                  <a:lnTo>
                    <a:pt x="1862413" y="66039"/>
                  </a:lnTo>
                  <a:lnTo>
                    <a:pt x="1863696" y="71119"/>
                  </a:lnTo>
                  <a:lnTo>
                    <a:pt x="1864763" y="74929"/>
                  </a:lnTo>
                  <a:lnTo>
                    <a:pt x="1865601" y="80009"/>
                  </a:lnTo>
                  <a:lnTo>
                    <a:pt x="1866211" y="85089"/>
                  </a:lnTo>
                  <a:lnTo>
                    <a:pt x="1866303" y="86359"/>
                  </a:lnTo>
                  <a:lnTo>
                    <a:pt x="1866395" y="87629"/>
                  </a:lnTo>
                  <a:lnTo>
                    <a:pt x="1866487" y="405129"/>
                  </a:lnTo>
                  <a:lnTo>
                    <a:pt x="1863696" y="422909"/>
                  </a:lnTo>
                  <a:lnTo>
                    <a:pt x="1862413" y="427989"/>
                  </a:lnTo>
                  <a:lnTo>
                    <a:pt x="1861914" y="429259"/>
                  </a:lnTo>
                  <a:close/>
                </a:path>
                <a:path w="1866900" h="494030">
                  <a:moveTo>
                    <a:pt x="46571" y="429259"/>
                  </a:moveTo>
                  <a:lnTo>
                    <a:pt x="46389" y="429259"/>
                  </a:lnTo>
                  <a:lnTo>
                    <a:pt x="45907" y="427989"/>
                  </a:lnTo>
                  <a:lnTo>
                    <a:pt x="46571" y="429259"/>
                  </a:lnTo>
                  <a:close/>
                </a:path>
                <a:path w="1866900" h="494030">
                  <a:moveTo>
                    <a:pt x="1860915" y="431800"/>
                  </a:moveTo>
                  <a:lnTo>
                    <a:pt x="1818586" y="431800"/>
                  </a:lnTo>
                  <a:lnTo>
                    <a:pt x="1820579" y="427989"/>
                  </a:lnTo>
                  <a:lnTo>
                    <a:pt x="1820097" y="429259"/>
                  </a:lnTo>
                  <a:lnTo>
                    <a:pt x="1861914" y="429259"/>
                  </a:lnTo>
                  <a:lnTo>
                    <a:pt x="1860915" y="431800"/>
                  </a:lnTo>
                  <a:close/>
                </a:path>
                <a:path w="1866900" h="494030">
                  <a:moveTo>
                    <a:pt x="48087" y="431800"/>
                  </a:moveTo>
                  <a:lnTo>
                    <a:pt x="47901" y="431800"/>
                  </a:lnTo>
                  <a:lnTo>
                    <a:pt x="47380" y="430529"/>
                  </a:lnTo>
                  <a:lnTo>
                    <a:pt x="48087" y="431800"/>
                  </a:lnTo>
                  <a:close/>
                </a:path>
                <a:path w="1866900" h="494030">
                  <a:moveTo>
                    <a:pt x="1860057" y="434339"/>
                  </a:moveTo>
                  <a:lnTo>
                    <a:pt x="1816985" y="434339"/>
                  </a:lnTo>
                  <a:lnTo>
                    <a:pt x="1819106" y="430529"/>
                  </a:lnTo>
                  <a:lnTo>
                    <a:pt x="1818586" y="431800"/>
                  </a:lnTo>
                  <a:lnTo>
                    <a:pt x="1860915" y="431800"/>
                  </a:lnTo>
                  <a:lnTo>
                    <a:pt x="1860057" y="434339"/>
                  </a:lnTo>
                  <a:close/>
                </a:path>
                <a:path w="1866900" h="494030">
                  <a:moveTo>
                    <a:pt x="50091" y="434339"/>
                  </a:moveTo>
                  <a:lnTo>
                    <a:pt x="49501" y="434339"/>
                  </a:lnTo>
                  <a:lnTo>
                    <a:pt x="48529" y="432594"/>
                  </a:lnTo>
                  <a:lnTo>
                    <a:pt x="50091" y="434339"/>
                  </a:lnTo>
                  <a:close/>
                </a:path>
                <a:path w="1866900" h="494030">
                  <a:moveTo>
                    <a:pt x="1858565" y="438150"/>
                  </a:moveTo>
                  <a:lnTo>
                    <a:pt x="1813442" y="438150"/>
                  </a:lnTo>
                  <a:lnTo>
                    <a:pt x="1815842" y="435609"/>
                  </a:lnTo>
                  <a:lnTo>
                    <a:pt x="1815258" y="435609"/>
                  </a:lnTo>
                  <a:lnTo>
                    <a:pt x="1817957" y="432594"/>
                  </a:lnTo>
                  <a:lnTo>
                    <a:pt x="1816985" y="434339"/>
                  </a:lnTo>
                  <a:lnTo>
                    <a:pt x="1860057" y="434339"/>
                  </a:lnTo>
                  <a:lnTo>
                    <a:pt x="1859200" y="436879"/>
                  </a:lnTo>
                  <a:lnTo>
                    <a:pt x="1858565" y="438150"/>
                  </a:lnTo>
                  <a:close/>
                </a:path>
                <a:path w="1866900" h="494030">
                  <a:moveTo>
                    <a:pt x="53686" y="438150"/>
                  </a:moveTo>
                  <a:lnTo>
                    <a:pt x="53044" y="438150"/>
                  </a:lnTo>
                  <a:lnTo>
                    <a:pt x="52422" y="436879"/>
                  </a:lnTo>
                  <a:lnTo>
                    <a:pt x="53686" y="438150"/>
                  </a:lnTo>
                  <a:close/>
                </a:path>
                <a:path w="1866900" h="494030">
                  <a:moveTo>
                    <a:pt x="1856592" y="441959"/>
                  </a:moveTo>
                  <a:lnTo>
                    <a:pt x="1809530" y="441959"/>
                  </a:lnTo>
                  <a:lnTo>
                    <a:pt x="1812185" y="439419"/>
                  </a:lnTo>
                  <a:lnTo>
                    <a:pt x="1811537" y="439419"/>
                  </a:lnTo>
                  <a:lnTo>
                    <a:pt x="1814064" y="436879"/>
                  </a:lnTo>
                  <a:lnTo>
                    <a:pt x="1813442" y="438150"/>
                  </a:lnTo>
                  <a:lnTo>
                    <a:pt x="1858565" y="438150"/>
                  </a:lnTo>
                  <a:lnTo>
                    <a:pt x="1857295" y="440689"/>
                  </a:lnTo>
                  <a:lnTo>
                    <a:pt x="1856592" y="441959"/>
                  </a:lnTo>
                  <a:close/>
                </a:path>
                <a:path w="1866900" h="494030">
                  <a:moveTo>
                    <a:pt x="57667" y="441959"/>
                  </a:moveTo>
                  <a:lnTo>
                    <a:pt x="56956" y="441959"/>
                  </a:lnTo>
                  <a:lnTo>
                    <a:pt x="56283" y="440689"/>
                  </a:lnTo>
                  <a:lnTo>
                    <a:pt x="57667" y="441959"/>
                  </a:lnTo>
                  <a:close/>
                </a:path>
                <a:path w="1866900" h="494030">
                  <a:moveTo>
                    <a:pt x="1854425" y="445769"/>
                  </a:moveTo>
                  <a:lnTo>
                    <a:pt x="1805263" y="445769"/>
                  </a:lnTo>
                  <a:lnTo>
                    <a:pt x="1808146" y="443229"/>
                  </a:lnTo>
                  <a:lnTo>
                    <a:pt x="1807435" y="443229"/>
                  </a:lnTo>
                  <a:lnTo>
                    <a:pt x="1810204" y="440689"/>
                  </a:lnTo>
                  <a:lnTo>
                    <a:pt x="1809530" y="441959"/>
                  </a:lnTo>
                  <a:lnTo>
                    <a:pt x="1856592" y="441959"/>
                  </a:lnTo>
                  <a:lnTo>
                    <a:pt x="1855187" y="444500"/>
                  </a:lnTo>
                  <a:lnTo>
                    <a:pt x="1854425" y="445769"/>
                  </a:lnTo>
                  <a:close/>
                </a:path>
                <a:path w="1866900" h="494030">
                  <a:moveTo>
                    <a:pt x="61985" y="445769"/>
                  </a:moveTo>
                  <a:lnTo>
                    <a:pt x="61223" y="445769"/>
                  </a:lnTo>
                  <a:lnTo>
                    <a:pt x="60486" y="444500"/>
                  </a:lnTo>
                  <a:lnTo>
                    <a:pt x="61985" y="445769"/>
                  </a:lnTo>
                  <a:close/>
                </a:path>
                <a:path w="1866900" h="494030">
                  <a:moveTo>
                    <a:pt x="1847770" y="455929"/>
                  </a:moveTo>
                  <a:lnTo>
                    <a:pt x="1782518" y="455929"/>
                  </a:lnTo>
                  <a:lnTo>
                    <a:pt x="1786201" y="454659"/>
                  </a:lnTo>
                  <a:lnTo>
                    <a:pt x="1787991" y="454659"/>
                  </a:lnTo>
                  <a:lnTo>
                    <a:pt x="1791535" y="453389"/>
                  </a:lnTo>
                  <a:lnTo>
                    <a:pt x="1790658" y="453389"/>
                  </a:lnTo>
                  <a:lnTo>
                    <a:pt x="1794113" y="452119"/>
                  </a:lnTo>
                  <a:lnTo>
                    <a:pt x="1793249" y="452119"/>
                  </a:lnTo>
                  <a:lnTo>
                    <a:pt x="1796627" y="450850"/>
                  </a:lnTo>
                  <a:lnTo>
                    <a:pt x="1795789" y="450850"/>
                  </a:lnTo>
                  <a:lnTo>
                    <a:pt x="1799078" y="449579"/>
                  </a:lnTo>
                  <a:lnTo>
                    <a:pt x="1798266" y="449579"/>
                  </a:lnTo>
                  <a:lnTo>
                    <a:pt x="1801453" y="448309"/>
                  </a:lnTo>
                  <a:lnTo>
                    <a:pt x="1800679" y="448309"/>
                  </a:lnTo>
                  <a:lnTo>
                    <a:pt x="1803765" y="447039"/>
                  </a:lnTo>
                  <a:lnTo>
                    <a:pt x="1803003" y="447039"/>
                  </a:lnTo>
                  <a:lnTo>
                    <a:pt x="1806000" y="444500"/>
                  </a:lnTo>
                  <a:lnTo>
                    <a:pt x="1805263" y="445769"/>
                  </a:lnTo>
                  <a:lnTo>
                    <a:pt x="1854425" y="445769"/>
                  </a:lnTo>
                  <a:lnTo>
                    <a:pt x="1852901" y="448309"/>
                  </a:lnTo>
                  <a:lnTo>
                    <a:pt x="1850424" y="452119"/>
                  </a:lnTo>
                  <a:lnTo>
                    <a:pt x="1847770" y="455929"/>
                  </a:lnTo>
                  <a:close/>
                </a:path>
                <a:path w="1866900" h="494030">
                  <a:moveTo>
                    <a:pt x="81200" y="454659"/>
                  </a:moveTo>
                  <a:lnTo>
                    <a:pt x="78495" y="454659"/>
                  </a:lnTo>
                  <a:lnTo>
                    <a:pt x="77593" y="453389"/>
                  </a:lnTo>
                  <a:lnTo>
                    <a:pt x="81200" y="454659"/>
                  </a:lnTo>
                  <a:close/>
                </a:path>
                <a:path w="1866900" h="494030">
                  <a:moveTo>
                    <a:pt x="1787991" y="454659"/>
                  </a:moveTo>
                  <a:lnTo>
                    <a:pt x="1785286" y="454659"/>
                  </a:lnTo>
                  <a:lnTo>
                    <a:pt x="1788893" y="453389"/>
                  </a:lnTo>
                  <a:lnTo>
                    <a:pt x="1787991" y="454659"/>
                  </a:lnTo>
                  <a:close/>
                </a:path>
                <a:path w="1866900" h="494030">
                  <a:moveTo>
                    <a:pt x="86788" y="455929"/>
                  </a:moveTo>
                  <a:lnTo>
                    <a:pt x="83969" y="455929"/>
                  </a:lnTo>
                  <a:lnTo>
                    <a:pt x="83042" y="454659"/>
                  </a:lnTo>
                  <a:lnTo>
                    <a:pt x="86788" y="455929"/>
                  </a:lnTo>
                  <a:close/>
                </a:path>
                <a:path w="1866900" h="494030">
                  <a:moveTo>
                    <a:pt x="1782518" y="455929"/>
                  </a:moveTo>
                  <a:lnTo>
                    <a:pt x="1779698" y="455929"/>
                  </a:lnTo>
                  <a:lnTo>
                    <a:pt x="1783445" y="454659"/>
                  </a:lnTo>
                  <a:lnTo>
                    <a:pt x="1782518" y="455929"/>
                  </a:lnTo>
                  <a:close/>
                </a:path>
              </a:pathLst>
            </a:custGeom>
            <a:solidFill>
              <a:srgbClr val="FF0000"/>
            </a:solidFill>
          </p:spPr>
          <p:txBody>
            <a:bodyPr wrap="square" lIns="0" tIns="0" rIns="0" bIns="0" rtlCol="0"/>
            <a:lstStyle/>
            <a:p>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15779" y="727709"/>
            <a:ext cx="5264468" cy="566822"/>
          </a:xfrm>
          <a:prstGeom prst="rect">
            <a:avLst/>
          </a:prstGeom>
        </p:spPr>
        <p:txBody>
          <a:bodyPr vert="horz" wrap="square" lIns="0" tIns="12700" rIns="0" bIns="0" rtlCol="0">
            <a:spAutoFit/>
          </a:bodyPr>
          <a:lstStyle/>
          <a:p>
            <a:pPr marL="12700">
              <a:lnSpc>
                <a:spcPct val="100000"/>
              </a:lnSpc>
              <a:spcBef>
                <a:spcPts val="100"/>
              </a:spcBef>
            </a:pPr>
            <a:r>
              <a:rPr sz="1800" b="1" spc="-20" dirty="0">
                <a:latin typeface="Segoe UI"/>
                <a:cs typeface="Segoe UI"/>
              </a:rPr>
              <a:t>Your</a:t>
            </a:r>
            <a:r>
              <a:rPr sz="1800" b="1" spc="-50" dirty="0">
                <a:latin typeface="Segoe UI"/>
                <a:cs typeface="Segoe UI"/>
              </a:rPr>
              <a:t> </a:t>
            </a:r>
            <a:r>
              <a:rPr sz="1800" b="1" dirty="0">
                <a:latin typeface="Segoe UI"/>
                <a:cs typeface="Segoe UI"/>
              </a:rPr>
              <a:t>can</a:t>
            </a:r>
            <a:r>
              <a:rPr sz="1800" b="1" spc="-45" dirty="0">
                <a:latin typeface="Segoe UI"/>
                <a:cs typeface="Segoe UI"/>
              </a:rPr>
              <a:t> </a:t>
            </a:r>
            <a:r>
              <a:rPr sz="1800" b="1" dirty="0">
                <a:latin typeface="Segoe UI"/>
                <a:cs typeface="Segoe UI"/>
              </a:rPr>
              <a:t>track</a:t>
            </a:r>
            <a:r>
              <a:rPr sz="1800" b="1" spc="-50" dirty="0">
                <a:latin typeface="Segoe UI"/>
                <a:cs typeface="Segoe UI"/>
              </a:rPr>
              <a:t> </a:t>
            </a:r>
            <a:r>
              <a:rPr sz="1800" b="1" dirty="0">
                <a:latin typeface="Segoe UI"/>
                <a:cs typeface="Segoe UI"/>
              </a:rPr>
              <a:t>the</a:t>
            </a:r>
            <a:r>
              <a:rPr sz="1800" b="1" spc="-45" dirty="0">
                <a:latin typeface="Segoe UI"/>
                <a:cs typeface="Segoe UI"/>
              </a:rPr>
              <a:t> </a:t>
            </a:r>
            <a:r>
              <a:rPr sz="1800" b="1" dirty="0">
                <a:latin typeface="Segoe UI"/>
                <a:cs typeface="Segoe UI"/>
              </a:rPr>
              <a:t>progress</a:t>
            </a:r>
            <a:r>
              <a:rPr sz="1800" b="1" spc="-50" dirty="0">
                <a:latin typeface="Segoe UI"/>
                <a:cs typeface="Segoe UI"/>
              </a:rPr>
              <a:t> </a:t>
            </a:r>
            <a:r>
              <a:rPr sz="1800" b="1" dirty="0">
                <a:latin typeface="Segoe UI"/>
                <a:cs typeface="Segoe UI"/>
              </a:rPr>
              <a:t>from</a:t>
            </a:r>
            <a:r>
              <a:rPr sz="1800" b="1" spc="-45" dirty="0">
                <a:latin typeface="Segoe UI"/>
                <a:cs typeface="Segoe UI"/>
              </a:rPr>
              <a:t> </a:t>
            </a:r>
            <a:r>
              <a:rPr sz="1800" b="1" dirty="0">
                <a:latin typeface="Segoe UI"/>
                <a:cs typeface="Segoe UI"/>
              </a:rPr>
              <a:t>the</a:t>
            </a:r>
            <a:r>
              <a:rPr sz="1800" b="1" spc="-50" dirty="0">
                <a:latin typeface="Segoe UI"/>
                <a:cs typeface="Segoe UI"/>
              </a:rPr>
              <a:t> </a:t>
            </a:r>
            <a:r>
              <a:rPr sz="1800" b="1" spc="-10" dirty="0">
                <a:latin typeface="Segoe UI"/>
                <a:cs typeface="Segoe UI"/>
              </a:rPr>
              <a:t>Track</a:t>
            </a:r>
            <a:r>
              <a:rPr sz="1800" b="1" spc="-45" dirty="0">
                <a:latin typeface="Segoe UI"/>
                <a:cs typeface="Segoe UI"/>
              </a:rPr>
              <a:t> </a:t>
            </a:r>
            <a:r>
              <a:rPr sz="1800" b="1" dirty="0">
                <a:latin typeface="Segoe UI"/>
                <a:cs typeface="Segoe UI"/>
              </a:rPr>
              <a:t>Progress</a:t>
            </a:r>
            <a:r>
              <a:rPr sz="1800" b="1" spc="-50" dirty="0">
                <a:latin typeface="Segoe UI"/>
                <a:cs typeface="Segoe UI"/>
              </a:rPr>
              <a:t> </a:t>
            </a:r>
            <a:r>
              <a:rPr sz="1800" b="1" dirty="0">
                <a:latin typeface="Segoe UI"/>
                <a:cs typeface="Segoe UI"/>
              </a:rPr>
              <a:t>tab</a:t>
            </a:r>
            <a:r>
              <a:rPr sz="1800" b="1" spc="-45" dirty="0">
                <a:latin typeface="Segoe UI"/>
                <a:cs typeface="Segoe UI"/>
              </a:rPr>
              <a:t> </a:t>
            </a:r>
            <a:r>
              <a:rPr sz="1800" b="1" spc="-10" dirty="0">
                <a:latin typeface="Segoe UI"/>
                <a:cs typeface="Segoe UI"/>
              </a:rPr>
              <a:t>provided</a:t>
            </a:r>
            <a:endParaRPr sz="1800">
              <a:latin typeface="Segoe UI"/>
              <a:cs typeface="Segoe UI"/>
            </a:endParaRPr>
          </a:p>
        </p:txBody>
      </p:sp>
      <p:grpSp>
        <p:nvGrpSpPr>
          <p:cNvPr id="3" name="object 3"/>
          <p:cNvGrpSpPr/>
          <p:nvPr/>
        </p:nvGrpSpPr>
        <p:grpSpPr>
          <a:xfrm>
            <a:off x="85726" y="1218680"/>
            <a:ext cx="8946356" cy="5187315"/>
            <a:chOff x="114300" y="1218679"/>
            <a:chExt cx="11928475" cy="5187315"/>
          </a:xfrm>
        </p:grpSpPr>
        <p:pic>
          <p:nvPicPr>
            <p:cNvPr id="4" name="object 4"/>
            <p:cNvPicPr/>
            <p:nvPr/>
          </p:nvPicPr>
          <p:blipFill>
            <a:blip r:embed="rId2" cstate="print"/>
            <a:stretch>
              <a:fillRect/>
            </a:stretch>
          </p:blipFill>
          <p:spPr>
            <a:xfrm>
              <a:off x="114300" y="1237487"/>
              <a:ext cx="11928348" cy="5167884"/>
            </a:xfrm>
            <a:prstGeom prst="rect">
              <a:avLst/>
            </a:prstGeom>
          </p:spPr>
        </p:pic>
        <p:sp>
          <p:nvSpPr>
            <p:cNvPr id="5" name="object 5"/>
            <p:cNvSpPr/>
            <p:nvPr/>
          </p:nvSpPr>
          <p:spPr>
            <a:xfrm>
              <a:off x="1969976" y="1218679"/>
              <a:ext cx="1924050" cy="494030"/>
            </a:xfrm>
            <a:custGeom>
              <a:avLst/>
              <a:gdLst/>
              <a:ahLst/>
              <a:cxnLst/>
              <a:rect l="l" t="t" r="r" b="b"/>
              <a:pathLst>
                <a:path w="1924050" h="494030">
                  <a:moveTo>
                    <a:pt x="1843071" y="494030"/>
                  </a:moveTo>
                  <a:lnTo>
                    <a:pt x="80565" y="494030"/>
                  </a:lnTo>
                  <a:lnTo>
                    <a:pt x="71256" y="491489"/>
                  </a:lnTo>
                  <a:lnTo>
                    <a:pt x="57959" y="487680"/>
                  </a:lnTo>
                  <a:lnTo>
                    <a:pt x="53743" y="485139"/>
                  </a:lnTo>
                  <a:lnTo>
                    <a:pt x="49628" y="482600"/>
                  </a:lnTo>
                  <a:lnTo>
                    <a:pt x="45640" y="481330"/>
                  </a:lnTo>
                  <a:lnTo>
                    <a:pt x="41767" y="478789"/>
                  </a:lnTo>
                  <a:lnTo>
                    <a:pt x="38046" y="476250"/>
                  </a:lnTo>
                  <a:lnTo>
                    <a:pt x="34439" y="472439"/>
                  </a:lnTo>
                  <a:lnTo>
                    <a:pt x="30997" y="469900"/>
                  </a:lnTo>
                  <a:lnTo>
                    <a:pt x="27682" y="466089"/>
                  </a:lnTo>
                  <a:lnTo>
                    <a:pt x="24533" y="463550"/>
                  </a:lnTo>
                  <a:lnTo>
                    <a:pt x="21548" y="459739"/>
                  </a:lnTo>
                  <a:lnTo>
                    <a:pt x="5572" y="431800"/>
                  </a:lnTo>
                  <a:lnTo>
                    <a:pt x="4073" y="427989"/>
                  </a:lnTo>
                  <a:lnTo>
                    <a:pt x="2790" y="422910"/>
                  </a:lnTo>
                  <a:lnTo>
                    <a:pt x="1724" y="419100"/>
                  </a:lnTo>
                  <a:lnTo>
                    <a:pt x="885" y="414019"/>
                  </a:lnTo>
                  <a:lnTo>
                    <a:pt x="276" y="408939"/>
                  </a:lnTo>
                  <a:lnTo>
                    <a:pt x="0" y="405130"/>
                  </a:lnTo>
                  <a:lnTo>
                    <a:pt x="92" y="87630"/>
                  </a:lnTo>
                  <a:lnTo>
                    <a:pt x="2790" y="71119"/>
                  </a:lnTo>
                  <a:lnTo>
                    <a:pt x="4073" y="66040"/>
                  </a:lnTo>
                  <a:lnTo>
                    <a:pt x="5572" y="62230"/>
                  </a:lnTo>
                  <a:lnTo>
                    <a:pt x="7286" y="57150"/>
                  </a:lnTo>
                  <a:lnTo>
                    <a:pt x="9191" y="53340"/>
                  </a:lnTo>
                  <a:lnTo>
                    <a:pt x="11299" y="49530"/>
                  </a:lnTo>
                  <a:lnTo>
                    <a:pt x="13585" y="45719"/>
                  </a:lnTo>
                  <a:lnTo>
                    <a:pt x="16062" y="40640"/>
                  </a:lnTo>
                  <a:lnTo>
                    <a:pt x="18716" y="38100"/>
                  </a:lnTo>
                  <a:lnTo>
                    <a:pt x="21548" y="34290"/>
                  </a:lnTo>
                  <a:lnTo>
                    <a:pt x="24533" y="30480"/>
                  </a:lnTo>
                  <a:lnTo>
                    <a:pt x="27682" y="26669"/>
                  </a:lnTo>
                  <a:lnTo>
                    <a:pt x="30997" y="24130"/>
                  </a:lnTo>
                  <a:lnTo>
                    <a:pt x="34439" y="21590"/>
                  </a:lnTo>
                  <a:lnTo>
                    <a:pt x="38046" y="17780"/>
                  </a:lnTo>
                  <a:lnTo>
                    <a:pt x="41767" y="15240"/>
                  </a:lnTo>
                  <a:lnTo>
                    <a:pt x="45640" y="12700"/>
                  </a:lnTo>
                  <a:lnTo>
                    <a:pt x="49628" y="10159"/>
                  </a:lnTo>
                  <a:lnTo>
                    <a:pt x="53743" y="8890"/>
                  </a:lnTo>
                  <a:lnTo>
                    <a:pt x="57959" y="6350"/>
                  </a:lnTo>
                  <a:lnTo>
                    <a:pt x="66722" y="3809"/>
                  </a:lnTo>
                  <a:lnTo>
                    <a:pt x="80565" y="0"/>
                  </a:lnTo>
                  <a:lnTo>
                    <a:pt x="1843071" y="0"/>
                  </a:lnTo>
                  <a:lnTo>
                    <a:pt x="1856914" y="3809"/>
                  </a:lnTo>
                  <a:lnTo>
                    <a:pt x="1865677" y="6350"/>
                  </a:lnTo>
                  <a:lnTo>
                    <a:pt x="1869894" y="8890"/>
                  </a:lnTo>
                  <a:lnTo>
                    <a:pt x="1874008" y="10159"/>
                  </a:lnTo>
                  <a:lnTo>
                    <a:pt x="1877996" y="12700"/>
                  </a:lnTo>
                  <a:lnTo>
                    <a:pt x="1881857" y="15240"/>
                  </a:lnTo>
                  <a:lnTo>
                    <a:pt x="1885591" y="17780"/>
                  </a:lnTo>
                  <a:lnTo>
                    <a:pt x="1889185" y="21590"/>
                  </a:lnTo>
                  <a:lnTo>
                    <a:pt x="1892639" y="24130"/>
                  </a:lnTo>
                  <a:lnTo>
                    <a:pt x="1895954" y="26669"/>
                  </a:lnTo>
                  <a:lnTo>
                    <a:pt x="1899104" y="30480"/>
                  </a:lnTo>
                  <a:lnTo>
                    <a:pt x="1902088" y="34290"/>
                  </a:lnTo>
                  <a:lnTo>
                    <a:pt x="1903976" y="36830"/>
                  </a:lnTo>
                  <a:lnTo>
                    <a:pt x="92567" y="36830"/>
                  </a:lnTo>
                  <a:lnTo>
                    <a:pt x="88693" y="38100"/>
                  </a:lnTo>
                  <a:lnTo>
                    <a:pt x="83969" y="38100"/>
                  </a:lnTo>
                  <a:lnTo>
                    <a:pt x="80286" y="39369"/>
                  </a:lnTo>
                  <a:lnTo>
                    <a:pt x="78495" y="39369"/>
                  </a:lnTo>
                  <a:lnTo>
                    <a:pt x="74952" y="40640"/>
                  </a:lnTo>
                  <a:lnTo>
                    <a:pt x="75828" y="40640"/>
                  </a:lnTo>
                  <a:lnTo>
                    <a:pt x="72374" y="41909"/>
                  </a:lnTo>
                  <a:lnTo>
                    <a:pt x="73237" y="41909"/>
                  </a:lnTo>
                  <a:lnTo>
                    <a:pt x="69859" y="43180"/>
                  </a:lnTo>
                  <a:lnTo>
                    <a:pt x="70697" y="43180"/>
                  </a:lnTo>
                  <a:lnTo>
                    <a:pt x="67408" y="44450"/>
                  </a:lnTo>
                  <a:lnTo>
                    <a:pt x="68221" y="44450"/>
                  </a:lnTo>
                  <a:lnTo>
                    <a:pt x="65033" y="45719"/>
                  </a:lnTo>
                  <a:lnTo>
                    <a:pt x="65808" y="45719"/>
                  </a:lnTo>
                  <a:lnTo>
                    <a:pt x="62722" y="46990"/>
                  </a:lnTo>
                  <a:lnTo>
                    <a:pt x="63484" y="46990"/>
                  </a:lnTo>
                  <a:lnTo>
                    <a:pt x="61985" y="48259"/>
                  </a:lnTo>
                  <a:lnTo>
                    <a:pt x="61223" y="48259"/>
                  </a:lnTo>
                  <a:lnTo>
                    <a:pt x="59782" y="49530"/>
                  </a:lnTo>
                  <a:lnTo>
                    <a:pt x="59051" y="49530"/>
                  </a:lnTo>
                  <a:lnTo>
                    <a:pt x="56283" y="52069"/>
                  </a:lnTo>
                  <a:lnTo>
                    <a:pt x="56956" y="52069"/>
                  </a:lnTo>
                  <a:lnTo>
                    <a:pt x="55629" y="53340"/>
                  </a:lnTo>
                  <a:lnTo>
                    <a:pt x="54949" y="53340"/>
                  </a:lnTo>
                  <a:lnTo>
                    <a:pt x="52422" y="55880"/>
                  </a:lnTo>
                  <a:lnTo>
                    <a:pt x="53032" y="55880"/>
                  </a:lnTo>
                  <a:lnTo>
                    <a:pt x="50644" y="58419"/>
                  </a:lnTo>
                  <a:lnTo>
                    <a:pt x="51228" y="58419"/>
                  </a:lnTo>
                  <a:lnTo>
                    <a:pt x="50091" y="59690"/>
                  </a:lnTo>
                  <a:lnTo>
                    <a:pt x="49501" y="59690"/>
                  </a:lnTo>
                  <a:lnTo>
                    <a:pt x="48087" y="62230"/>
                  </a:lnTo>
                  <a:lnTo>
                    <a:pt x="47888" y="62230"/>
                  </a:lnTo>
                  <a:lnTo>
                    <a:pt x="45907" y="64769"/>
                  </a:lnTo>
                  <a:lnTo>
                    <a:pt x="46389" y="64769"/>
                  </a:lnTo>
                  <a:lnTo>
                    <a:pt x="44561" y="67309"/>
                  </a:lnTo>
                  <a:lnTo>
                    <a:pt x="44992" y="67309"/>
                  </a:lnTo>
                  <a:lnTo>
                    <a:pt x="43316" y="69850"/>
                  </a:lnTo>
                  <a:lnTo>
                    <a:pt x="43710" y="69850"/>
                  </a:lnTo>
                  <a:lnTo>
                    <a:pt x="42186" y="72390"/>
                  </a:lnTo>
                  <a:lnTo>
                    <a:pt x="42554" y="72390"/>
                  </a:lnTo>
                  <a:lnTo>
                    <a:pt x="41195" y="74930"/>
                  </a:lnTo>
                  <a:lnTo>
                    <a:pt x="41513" y="74930"/>
                  </a:lnTo>
                  <a:lnTo>
                    <a:pt x="40319" y="77469"/>
                  </a:lnTo>
                  <a:lnTo>
                    <a:pt x="40598" y="77469"/>
                  </a:lnTo>
                  <a:lnTo>
                    <a:pt x="39231" y="82550"/>
                  </a:lnTo>
                  <a:lnTo>
                    <a:pt x="38947" y="83819"/>
                  </a:lnTo>
                  <a:lnTo>
                    <a:pt x="38477" y="86359"/>
                  </a:lnTo>
                  <a:lnTo>
                    <a:pt x="38134" y="88900"/>
                  </a:lnTo>
                  <a:lnTo>
                    <a:pt x="38134" y="405130"/>
                  </a:lnTo>
                  <a:lnTo>
                    <a:pt x="38617" y="408939"/>
                  </a:lnTo>
                  <a:lnTo>
                    <a:pt x="38926" y="410210"/>
                  </a:lnTo>
                  <a:lnTo>
                    <a:pt x="39150" y="411480"/>
                  </a:lnTo>
                  <a:lnTo>
                    <a:pt x="39514" y="412750"/>
                  </a:lnTo>
                  <a:lnTo>
                    <a:pt x="39798" y="414019"/>
                  </a:lnTo>
                  <a:lnTo>
                    <a:pt x="40255" y="415289"/>
                  </a:lnTo>
                  <a:lnTo>
                    <a:pt x="40598" y="416560"/>
                  </a:lnTo>
                  <a:lnTo>
                    <a:pt x="41513" y="419100"/>
                  </a:lnTo>
                  <a:lnTo>
                    <a:pt x="41195" y="419100"/>
                  </a:lnTo>
                  <a:lnTo>
                    <a:pt x="42554" y="421639"/>
                  </a:lnTo>
                  <a:lnTo>
                    <a:pt x="42186" y="421639"/>
                  </a:lnTo>
                  <a:lnTo>
                    <a:pt x="43710" y="424180"/>
                  </a:lnTo>
                  <a:lnTo>
                    <a:pt x="43316" y="424180"/>
                  </a:lnTo>
                  <a:lnTo>
                    <a:pt x="44992" y="426719"/>
                  </a:lnTo>
                  <a:lnTo>
                    <a:pt x="44561" y="426719"/>
                  </a:lnTo>
                  <a:lnTo>
                    <a:pt x="46389" y="429260"/>
                  </a:lnTo>
                  <a:lnTo>
                    <a:pt x="46567" y="429260"/>
                  </a:lnTo>
                  <a:lnTo>
                    <a:pt x="47888" y="431800"/>
                  </a:lnTo>
                  <a:lnTo>
                    <a:pt x="48087" y="431800"/>
                  </a:lnTo>
                  <a:lnTo>
                    <a:pt x="49501" y="434339"/>
                  </a:lnTo>
                  <a:lnTo>
                    <a:pt x="50091" y="434339"/>
                  </a:lnTo>
                  <a:lnTo>
                    <a:pt x="51228" y="435610"/>
                  </a:lnTo>
                  <a:lnTo>
                    <a:pt x="50644" y="435610"/>
                  </a:lnTo>
                  <a:lnTo>
                    <a:pt x="53032" y="438150"/>
                  </a:lnTo>
                  <a:lnTo>
                    <a:pt x="53686" y="438150"/>
                  </a:lnTo>
                  <a:lnTo>
                    <a:pt x="54949" y="439419"/>
                  </a:lnTo>
                  <a:lnTo>
                    <a:pt x="54302" y="439419"/>
                  </a:lnTo>
                  <a:lnTo>
                    <a:pt x="56956" y="441960"/>
                  </a:lnTo>
                  <a:lnTo>
                    <a:pt x="57667" y="441960"/>
                  </a:lnTo>
                  <a:lnTo>
                    <a:pt x="59051" y="443230"/>
                  </a:lnTo>
                  <a:lnTo>
                    <a:pt x="58340" y="443230"/>
                  </a:lnTo>
                  <a:lnTo>
                    <a:pt x="61223" y="445769"/>
                  </a:lnTo>
                  <a:lnTo>
                    <a:pt x="61985" y="445769"/>
                  </a:lnTo>
                  <a:lnTo>
                    <a:pt x="63484" y="447039"/>
                  </a:lnTo>
                  <a:lnTo>
                    <a:pt x="62722" y="447039"/>
                  </a:lnTo>
                  <a:lnTo>
                    <a:pt x="65808" y="448310"/>
                  </a:lnTo>
                  <a:lnTo>
                    <a:pt x="65033" y="448310"/>
                  </a:lnTo>
                  <a:lnTo>
                    <a:pt x="68221" y="449580"/>
                  </a:lnTo>
                  <a:lnTo>
                    <a:pt x="67408" y="449580"/>
                  </a:lnTo>
                  <a:lnTo>
                    <a:pt x="70697" y="450850"/>
                  </a:lnTo>
                  <a:lnTo>
                    <a:pt x="69859" y="450850"/>
                  </a:lnTo>
                  <a:lnTo>
                    <a:pt x="73237" y="452119"/>
                  </a:lnTo>
                  <a:lnTo>
                    <a:pt x="72374" y="452119"/>
                  </a:lnTo>
                  <a:lnTo>
                    <a:pt x="75828" y="453389"/>
                  </a:lnTo>
                  <a:lnTo>
                    <a:pt x="77593" y="453389"/>
                  </a:lnTo>
                  <a:lnTo>
                    <a:pt x="81200" y="454660"/>
                  </a:lnTo>
                  <a:lnTo>
                    <a:pt x="80286" y="454660"/>
                  </a:lnTo>
                  <a:lnTo>
                    <a:pt x="83969" y="455930"/>
                  </a:lnTo>
                  <a:lnTo>
                    <a:pt x="1904920" y="455930"/>
                  </a:lnTo>
                  <a:lnTo>
                    <a:pt x="1902088" y="459739"/>
                  </a:lnTo>
                  <a:lnTo>
                    <a:pt x="1899104" y="463550"/>
                  </a:lnTo>
                  <a:lnTo>
                    <a:pt x="1895954" y="466089"/>
                  </a:lnTo>
                  <a:lnTo>
                    <a:pt x="1892639" y="469900"/>
                  </a:lnTo>
                  <a:lnTo>
                    <a:pt x="1889185" y="472439"/>
                  </a:lnTo>
                  <a:lnTo>
                    <a:pt x="1885591" y="476250"/>
                  </a:lnTo>
                  <a:lnTo>
                    <a:pt x="1881857" y="478789"/>
                  </a:lnTo>
                  <a:lnTo>
                    <a:pt x="1877996" y="481330"/>
                  </a:lnTo>
                  <a:lnTo>
                    <a:pt x="1874008" y="482600"/>
                  </a:lnTo>
                  <a:lnTo>
                    <a:pt x="1869894" y="485139"/>
                  </a:lnTo>
                  <a:lnTo>
                    <a:pt x="1865677" y="487680"/>
                  </a:lnTo>
                  <a:lnTo>
                    <a:pt x="1856914" y="490219"/>
                  </a:lnTo>
                  <a:lnTo>
                    <a:pt x="1843071" y="494030"/>
                  </a:lnTo>
                  <a:close/>
                </a:path>
                <a:path w="1924050" h="494030">
                  <a:moveTo>
                    <a:pt x="1863150" y="49530"/>
                  </a:moveTo>
                  <a:lnTo>
                    <a:pt x="1860153" y="46990"/>
                  </a:lnTo>
                  <a:lnTo>
                    <a:pt x="1860915" y="46990"/>
                  </a:lnTo>
                  <a:lnTo>
                    <a:pt x="1857829" y="45719"/>
                  </a:lnTo>
                  <a:lnTo>
                    <a:pt x="1858603" y="45719"/>
                  </a:lnTo>
                  <a:lnTo>
                    <a:pt x="1855416" y="44450"/>
                  </a:lnTo>
                  <a:lnTo>
                    <a:pt x="1856228" y="44450"/>
                  </a:lnTo>
                  <a:lnTo>
                    <a:pt x="1852939" y="43180"/>
                  </a:lnTo>
                  <a:lnTo>
                    <a:pt x="1853777" y="43180"/>
                  </a:lnTo>
                  <a:lnTo>
                    <a:pt x="1850399" y="41909"/>
                  </a:lnTo>
                  <a:lnTo>
                    <a:pt x="1851263" y="41909"/>
                  </a:lnTo>
                  <a:lnTo>
                    <a:pt x="1847808" y="40640"/>
                  </a:lnTo>
                  <a:lnTo>
                    <a:pt x="1848685" y="40640"/>
                  </a:lnTo>
                  <a:lnTo>
                    <a:pt x="1845141" y="39369"/>
                  </a:lnTo>
                  <a:lnTo>
                    <a:pt x="1843351" y="39369"/>
                  </a:lnTo>
                  <a:lnTo>
                    <a:pt x="1839668" y="38100"/>
                  </a:lnTo>
                  <a:lnTo>
                    <a:pt x="1834943" y="38100"/>
                  </a:lnTo>
                  <a:lnTo>
                    <a:pt x="1831070" y="36830"/>
                  </a:lnTo>
                  <a:lnTo>
                    <a:pt x="1903976" y="36830"/>
                  </a:lnTo>
                  <a:lnTo>
                    <a:pt x="1904920" y="38100"/>
                  </a:lnTo>
                  <a:lnTo>
                    <a:pt x="1907574" y="40640"/>
                  </a:lnTo>
                  <a:lnTo>
                    <a:pt x="1910051" y="45719"/>
                  </a:lnTo>
                  <a:lnTo>
                    <a:pt x="1911575" y="48259"/>
                  </a:lnTo>
                  <a:lnTo>
                    <a:pt x="1862413" y="48259"/>
                  </a:lnTo>
                  <a:lnTo>
                    <a:pt x="1863150" y="49530"/>
                  </a:lnTo>
                  <a:close/>
                </a:path>
                <a:path w="1924050" h="494030">
                  <a:moveTo>
                    <a:pt x="77593" y="40640"/>
                  </a:moveTo>
                  <a:lnTo>
                    <a:pt x="78495" y="39369"/>
                  </a:lnTo>
                  <a:lnTo>
                    <a:pt x="81200" y="39369"/>
                  </a:lnTo>
                  <a:lnTo>
                    <a:pt x="77593" y="40640"/>
                  </a:lnTo>
                  <a:close/>
                </a:path>
                <a:path w="1924050" h="494030">
                  <a:moveTo>
                    <a:pt x="1846043" y="40640"/>
                  </a:moveTo>
                  <a:lnTo>
                    <a:pt x="1842436" y="39369"/>
                  </a:lnTo>
                  <a:lnTo>
                    <a:pt x="1845141" y="39369"/>
                  </a:lnTo>
                  <a:lnTo>
                    <a:pt x="1846043" y="40640"/>
                  </a:lnTo>
                  <a:close/>
                </a:path>
                <a:path w="1924050" h="494030">
                  <a:moveTo>
                    <a:pt x="60486" y="49530"/>
                  </a:moveTo>
                  <a:lnTo>
                    <a:pt x="61223" y="48259"/>
                  </a:lnTo>
                  <a:lnTo>
                    <a:pt x="61985" y="48259"/>
                  </a:lnTo>
                  <a:lnTo>
                    <a:pt x="60486" y="49530"/>
                  </a:lnTo>
                  <a:close/>
                </a:path>
                <a:path w="1924050" h="494030">
                  <a:moveTo>
                    <a:pt x="1865296" y="50800"/>
                  </a:moveTo>
                  <a:lnTo>
                    <a:pt x="1862413" y="48259"/>
                  </a:lnTo>
                  <a:lnTo>
                    <a:pt x="1911575" y="48259"/>
                  </a:lnTo>
                  <a:lnTo>
                    <a:pt x="1912337" y="49530"/>
                  </a:lnTo>
                  <a:lnTo>
                    <a:pt x="1864585" y="49530"/>
                  </a:lnTo>
                  <a:lnTo>
                    <a:pt x="1865296" y="50800"/>
                  </a:lnTo>
                  <a:close/>
                </a:path>
                <a:path w="1924050" h="494030">
                  <a:moveTo>
                    <a:pt x="58340" y="50800"/>
                  </a:moveTo>
                  <a:lnTo>
                    <a:pt x="59051" y="49530"/>
                  </a:lnTo>
                  <a:lnTo>
                    <a:pt x="59782" y="49530"/>
                  </a:lnTo>
                  <a:lnTo>
                    <a:pt x="58340" y="50800"/>
                  </a:lnTo>
                  <a:close/>
                </a:path>
                <a:path w="1924050" h="494030">
                  <a:moveTo>
                    <a:pt x="1869335" y="54609"/>
                  </a:moveTo>
                  <a:lnTo>
                    <a:pt x="1866680" y="52069"/>
                  </a:lnTo>
                  <a:lnTo>
                    <a:pt x="1867354" y="52069"/>
                  </a:lnTo>
                  <a:lnTo>
                    <a:pt x="1864585" y="49530"/>
                  </a:lnTo>
                  <a:lnTo>
                    <a:pt x="1912337" y="49530"/>
                  </a:lnTo>
                  <a:lnTo>
                    <a:pt x="1914445" y="53340"/>
                  </a:lnTo>
                  <a:lnTo>
                    <a:pt x="1868687" y="53340"/>
                  </a:lnTo>
                  <a:lnTo>
                    <a:pt x="1869335" y="54609"/>
                  </a:lnTo>
                  <a:close/>
                </a:path>
                <a:path w="1924050" h="494030">
                  <a:moveTo>
                    <a:pt x="54302" y="54609"/>
                  </a:moveTo>
                  <a:lnTo>
                    <a:pt x="54949" y="53340"/>
                  </a:lnTo>
                  <a:lnTo>
                    <a:pt x="55629" y="53340"/>
                  </a:lnTo>
                  <a:lnTo>
                    <a:pt x="54302" y="54609"/>
                  </a:lnTo>
                  <a:close/>
                </a:path>
                <a:path w="1924050" h="494030">
                  <a:moveTo>
                    <a:pt x="1875107" y="61435"/>
                  </a:moveTo>
                  <a:lnTo>
                    <a:pt x="1872408" y="58419"/>
                  </a:lnTo>
                  <a:lnTo>
                    <a:pt x="1872992" y="58419"/>
                  </a:lnTo>
                  <a:lnTo>
                    <a:pt x="1870592" y="55880"/>
                  </a:lnTo>
                  <a:lnTo>
                    <a:pt x="1871214" y="55880"/>
                  </a:lnTo>
                  <a:lnTo>
                    <a:pt x="1868687" y="53340"/>
                  </a:lnTo>
                  <a:lnTo>
                    <a:pt x="1914445" y="53340"/>
                  </a:lnTo>
                  <a:lnTo>
                    <a:pt x="1916350" y="57150"/>
                  </a:lnTo>
                  <a:lnTo>
                    <a:pt x="1917207" y="59690"/>
                  </a:lnTo>
                  <a:lnTo>
                    <a:pt x="1874135" y="59690"/>
                  </a:lnTo>
                  <a:lnTo>
                    <a:pt x="1875107" y="61435"/>
                  </a:lnTo>
                  <a:close/>
                </a:path>
                <a:path w="1924050" h="494030">
                  <a:moveTo>
                    <a:pt x="48529" y="61435"/>
                  </a:moveTo>
                  <a:lnTo>
                    <a:pt x="49501" y="59690"/>
                  </a:lnTo>
                  <a:lnTo>
                    <a:pt x="50091" y="59690"/>
                  </a:lnTo>
                  <a:lnTo>
                    <a:pt x="48529" y="61435"/>
                  </a:lnTo>
                  <a:close/>
                </a:path>
                <a:path w="1924050" h="494030">
                  <a:moveTo>
                    <a:pt x="1876256" y="63500"/>
                  </a:moveTo>
                  <a:lnTo>
                    <a:pt x="1874804" y="60891"/>
                  </a:lnTo>
                  <a:lnTo>
                    <a:pt x="1874531" y="60609"/>
                  </a:lnTo>
                  <a:lnTo>
                    <a:pt x="1874135" y="59690"/>
                  </a:lnTo>
                  <a:lnTo>
                    <a:pt x="1917207" y="59690"/>
                  </a:lnTo>
                  <a:lnTo>
                    <a:pt x="1918065" y="62230"/>
                  </a:lnTo>
                  <a:lnTo>
                    <a:pt x="1875736" y="62230"/>
                  </a:lnTo>
                  <a:lnTo>
                    <a:pt x="1876256" y="63500"/>
                  </a:lnTo>
                  <a:close/>
                </a:path>
                <a:path w="1924050" h="494030">
                  <a:moveTo>
                    <a:pt x="47380" y="63500"/>
                  </a:moveTo>
                  <a:lnTo>
                    <a:pt x="47888" y="62230"/>
                  </a:lnTo>
                  <a:lnTo>
                    <a:pt x="48087" y="62230"/>
                  </a:lnTo>
                  <a:lnTo>
                    <a:pt x="47380" y="63500"/>
                  </a:lnTo>
                  <a:close/>
                </a:path>
                <a:path w="1924050" h="494030">
                  <a:moveTo>
                    <a:pt x="1919064" y="429260"/>
                  </a:moveTo>
                  <a:lnTo>
                    <a:pt x="1877247" y="429260"/>
                  </a:lnTo>
                  <a:lnTo>
                    <a:pt x="1879076" y="426719"/>
                  </a:lnTo>
                  <a:lnTo>
                    <a:pt x="1878644" y="426719"/>
                  </a:lnTo>
                  <a:lnTo>
                    <a:pt x="1880320" y="424180"/>
                  </a:lnTo>
                  <a:lnTo>
                    <a:pt x="1879927" y="424180"/>
                  </a:lnTo>
                  <a:lnTo>
                    <a:pt x="1881451" y="421639"/>
                  </a:lnTo>
                  <a:lnTo>
                    <a:pt x="1881082" y="421639"/>
                  </a:lnTo>
                  <a:lnTo>
                    <a:pt x="1882441" y="419100"/>
                  </a:lnTo>
                  <a:lnTo>
                    <a:pt x="1882124" y="419100"/>
                  </a:lnTo>
                  <a:lnTo>
                    <a:pt x="1883038" y="416560"/>
                  </a:lnTo>
                  <a:lnTo>
                    <a:pt x="1883381" y="415289"/>
                  </a:lnTo>
                  <a:lnTo>
                    <a:pt x="1883825" y="414019"/>
                  </a:lnTo>
                  <a:lnTo>
                    <a:pt x="1884113" y="412750"/>
                  </a:lnTo>
                  <a:lnTo>
                    <a:pt x="1884486" y="411480"/>
                  </a:lnTo>
                  <a:lnTo>
                    <a:pt x="1884710" y="410210"/>
                  </a:lnTo>
                  <a:lnTo>
                    <a:pt x="1885019" y="408939"/>
                  </a:lnTo>
                  <a:lnTo>
                    <a:pt x="1885400" y="405130"/>
                  </a:lnTo>
                  <a:lnTo>
                    <a:pt x="1885502" y="88900"/>
                  </a:lnTo>
                  <a:lnTo>
                    <a:pt x="1885159" y="86359"/>
                  </a:lnTo>
                  <a:lnTo>
                    <a:pt x="1884689" y="83819"/>
                  </a:lnTo>
                  <a:lnTo>
                    <a:pt x="1884401" y="82550"/>
                  </a:lnTo>
                  <a:lnTo>
                    <a:pt x="1883038" y="77469"/>
                  </a:lnTo>
                  <a:lnTo>
                    <a:pt x="1883317" y="77469"/>
                  </a:lnTo>
                  <a:lnTo>
                    <a:pt x="1882124" y="74930"/>
                  </a:lnTo>
                  <a:lnTo>
                    <a:pt x="1882441" y="74930"/>
                  </a:lnTo>
                  <a:lnTo>
                    <a:pt x="1881082" y="72390"/>
                  </a:lnTo>
                  <a:lnTo>
                    <a:pt x="1881451" y="72390"/>
                  </a:lnTo>
                  <a:lnTo>
                    <a:pt x="1879927" y="69850"/>
                  </a:lnTo>
                  <a:lnTo>
                    <a:pt x="1880320" y="69850"/>
                  </a:lnTo>
                  <a:lnTo>
                    <a:pt x="1878644" y="67309"/>
                  </a:lnTo>
                  <a:lnTo>
                    <a:pt x="1879076" y="67309"/>
                  </a:lnTo>
                  <a:lnTo>
                    <a:pt x="1877247" y="64769"/>
                  </a:lnTo>
                  <a:lnTo>
                    <a:pt x="1877729" y="64769"/>
                  </a:lnTo>
                  <a:lnTo>
                    <a:pt x="1875736" y="62230"/>
                  </a:lnTo>
                  <a:lnTo>
                    <a:pt x="1918065" y="62230"/>
                  </a:lnTo>
                  <a:lnTo>
                    <a:pt x="1919563" y="66040"/>
                  </a:lnTo>
                  <a:lnTo>
                    <a:pt x="1920846" y="71119"/>
                  </a:lnTo>
                  <a:lnTo>
                    <a:pt x="1921913" y="74930"/>
                  </a:lnTo>
                  <a:lnTo>
                    <a:pt x="1923637" y="405130"/>
                  </a:lnTo>
                  <a:lnTo>
                    <a:pt x="1923453" y="407669"/>
                  </a:lnTo>
                  <a:lnTo>
                    <a:pt x="1923361" y="408939"/>
                  </a:lnTo>
                  <a:lnTo>
                    <a:pt x="1922751" y="414019"/>
                  </a:lnTo>
                  <a:lnTo>
                    <a:pt x="1921913" y="419100"/>
                  </a:lnTo>
                  <a:lnTo>
                    <a:pt x="1920846" y="422910"/>
                  </a:lnTo>
                  <a:lnTo>
                    <a:pt x="1919563" y="427989"/>
                  </a:lnTo>
                  <a:lnTo>
                    <a:pt x="1919064" y="429260"/>
                  </a:lnTo>
                  <a:close/>
                </a:path>
                <a:path w="1924050" h="494030">
                  <a:moveTo>
                    <a:pt x="46567" y="429260"/>
                  </a:moveTo>
                  <a:lnTo>
                    <a:pt x="46389" y="429260"/>
                  </a:lnTo>
                  <a:lnTo>
                    <a:pt x="45907" y="427989"/>
                  </a:lnTo>
                  <a:lnTo>
                    <a:pt x="46567" y="429260"/>
                  </a:lnTo>
                  <a:close/>
                </a:path>
                <a:path w="1924050" h="494030">
                  <a:moveTo>
                    <a:pt x="1918065" y="431800"/>
                  </a:moveTo>
                  <a:lnTo>
                    <a:pt x="1875736" y="431800"/>
                  </a:lnTo>
                  <a:lnTo>
                    <a:pt x="1877729" y="427989"/>
                  </a:lnTo>
                  <a:lnTo>
                    <a:pt x="1877247" y="429260"/>
                  </a:lnTo>
                  <a:lnTo>
                    <a:pt x="1919064" y="429260"/>
                  </a:lnTo>
                  <a:lnTo>
                    <a:pt x="1918065" y="431800"/>
                  </a:lnTo>
                  <a:close/>
                </a:path>
                <a:path w="1924050" h="494030">
                  <a:moveTo>
                    <a:pt x="48087" y="431800"/>
                  </a:moveTo>
                  <a:lnTo>
                    <a:pt x="47888" y="431800"/>
                  </a:lnTo>
                  <a:lnTo>
                    <a:pt x="47380" y="430530"/>
                  </a:lnTo>
                  <a:lnTo>
                    <a:pt x="48087" y="431800"/>
                  </a:lnTo>
                  <a:close/>
                </a:path>
                <a:path w="1924050" h="494030">
                  <a:moveTo>
                    <a:pt x="1917207" y="434339"/>
                  </a:moveTo>
                  <a:lnTo>
                    <a:pt x="1874135" y="434339"/>
                  </a:lnTo>
                  <a:lnTo>
                    <a:pt x="1876256" y="430530"/>
                  </a:lnTo>
                  <a:lnTo>
                    <a:pt x="1875736" y="431800"/>
                  </a:lnTo>
                  <a:lnTo>
                    <a:pt x="1918065" y="431800"/>
                  </a:lnTo>
                  <a:lnTo>
                    <a:pt x="1917207" y="434339"/>
                  </a:lnTo>
                  <a:close/>
                </a:path>
                <a:path w="1924050" h="494030">
                  <a:moveTo>
                    <a:pt x="50091" y="434339"/>
                  </a:moveTo>
                  <a:lnTo>
                    <a:pt x="49501" y="434339"/>
                  </a:lnTo>
                  <a:lnTo>
                    <a:pt x="49106" y="433420"/>
                  </a:lnTo>
                  <a:lnTo>
                    <a:pt x="48832" y="433138"/>
                  </a:lnTo>
                  <a:lnTo>
                    <a:pt x="48529" y="432594"/>
                  </a:lnTo>
                  <a:lnTo>
                    <a:pt x="50091" y="434339"/>
                  </a:lnTo>
                  <a:close/>
                </a:path>
                <a:path w="1924050" h="494030">
                  <a:moveTo>
                    <a:pt x="1915715" y="438150"/>
                  </a:moveTo>
                  <a:lnTo>
                    <a:pt x="1870592" y="438150"/>
                  </a:lnTo>
                  <a:lnTo>
                    <a:pt x="1872992" y="435610"/>
                  </a:lnTo>
                  <a:lnTo>
                    <a:pt x="1872408" y="435610"/>
                  </a:lnTo>
                  <a:lnTo>
                    <a:pt x="1875107" y="432594"/>
                  </a:lnTo>
                  <a:lnTo>
                    <a:pt x="1874135" y="434339"/>
                  </a:lnTo>
                  <a:lnTo>
                    <a:pt x="1917207" y="434339"/>
                  </a:lnTo>
                  <a:lnTo>
                    <a:pt x="1916350" y="436880"/>
                  </a:lnTo>
                  <a:lnTo>
                    <a:pt x="1915715" y="438150"/>
                  </a:lnTo>
                  <a:close/>
                </a:path>
                <a:path w="1924050" h="494030">
                  <a:moveTo>
                    <a:pt x="53686" y="438150"/>
                  </a:moveTo>
                  <a:lnTo>
                    <a:pt x="53032" y="438150"/>
                  </a:lnTo>
                  <a:lnTo>
                    <a:pt x="52422" y="436880"/>
                  </a:lnTo>
                  <a:lnTo>
                    <a:pt x="53686" y="438150"/>
                  </a:lnTo>
                  <a:close/>
                </a:path>
                <a:path w="1924050" h="494030">
                  <a:moveTo>
                    <a:pt x="1913742" y="441960"/>
                  </a:moveTo>
                  <a:lnTo>
                    <a:pt x="1866680" y="441960"/>
                  </a:lnTo>
                  <a:lnTo>
                    <a:pt x="1869335" y="439419"/>
                  </a:lnTo>
                  <a:lnTo>
                    <a:pt x="1868687" y="439419"/>
                  </a:lnTo>
                  <a:lnTo>
                    <a:pt x="1871214" y="436880"/>
                  </a:lnTo>
                  <a:lnTo>
                    <a:pt x="1870592" y="438150"/>
                  </a:lnTo>
                  <a:lnTo>
                    <a:pt x="1915715" y="438150"/>
                  </a:lnTo>
                  <a:lnTo>
                    <a:pt x="1914445" y="440689"/>
                  </a:lnTo>
                  <a:lnTo>
                    <a:pt x="1913742" y="441960"/>
                  </a:lnTo>
                  <a:close/>
                </a:path>
                <a:path w="1924050" h="494030">
                  <a:moveTo>
                    <a:pt x="57667" y="441960"/>
                  </a:moveTo>
                  <a:lnTo>
                    <a:pt x="56956" y="441960"/>
                  </a:lnTo>
                  <a:lnTo>
                    <a:pt x="56283" y="440689"/>
                  </a:lnTo>
                  <a:lnTo>
                    <a:pt x="57667" y="441960"/>
                  </a:lnTo>
                  <a:close/>
                </a:path>
                <a:path w="1924050" h="494030">
                  <a:moveTo>
                    <a:pt x="1911575" y="445769"/>
                  </a:moveTo>
                  <a:lnTo>
                    <a:pt x="1862413" y="445769"/>
                  </a:lnTo>
                  <a:lnTo>
                    <a:pt x="1865296" y="443230"/>
                  </a:lnTo>
                  <a:lnTo>
                    <a:pt x="1864585" y="443230"/>
                  </a:lnTo>
                  <a:lnTo>
                    <a:pt x="1867354" y="440689"/>
                  </a:lnTo>
                  <a:lnTo>
                    <a:pt x="1866680" y="441960"/>
                  </a:lnTo>
                  <a:lnTo>
                    <a:pt x="1913742" y="441960"/>
                  </a:lnTo>
                  <a:lnTo>
                    <a:pt x="1912337" y="444500"/>
                  </a:lnTo>
                  <a:lnTo>
                    <a:pt x="1911575" y="445769"/>
                  </a:lnTo>
                  <a:close/>
                </a:path>
                <a:path w="1924050" h="494030">
                  <a:moveTo>
                    <a:pt x="61985" y="445769"/>
                  </a:moveTo>
                  <a:lnTo>
                    <a:pt x="61223" y="445769"/>
                  </a:lnTo>
                  <a:lnTo>
                    <a:pt x="60486" y="444500"/>
                  </a:lnTo>
                  <a:lnTo>
                    <a:pt x="61985" y="445769"/>
                  </a:lnTo>
                  <a:close/>
                </a:path>
                <a:path w="1924050" h="494030">
                  <a:moveTo>
                    <a:pt x="1904920" y="455930"/>
                  </a:moveTo>
                  <a:lnTo>
                    <a:pt x="1839668" y="455930"/>
                  </a:lnTo>
                  <a:lnTo>
                    <a:pt x="1843351" y="454660"/>
                  </a:lnTo>
                  <a:lnTo>
                    <a:pt x="1842436" y="454660"/>
                  </a:lnTo>
                  <a:lnTo>
                    <a:pt x="1846043" y="453389"/>
                  </a:lnTo>
                  <a:lnTo>
                    <a:pt x="1847808" y="453389"/>
                  </a:lnTo>
                  <a:lnTo>
                    <a:pt x="1851263" y="452119"/>
                  </a:lnTo>
                  <a:lnTo>
                    <a:pt x="1850399" y="452119"/>
                  </a:lnTo>
                  <a:lnTo>
                    <a:pt x="1853777" y="450850"/>
                  </a:lnTo>
                  <a:lnTo>
                    <a:pt x="1852939" y="450850"/>
                  </a:lnTo>
                  <a:lnTo>
                    <a:pt x="1856228" y="449580"/>
                  </a:lnTo>
                  <a:lnTo>
                    <a:pt x="1855416" y="449580"/>
                  </a:lnTo>
                  <a:lnTo>
                    <a:pt x="1858603" y="448310"/>
                  </a:lnTo>
                  <a:lnTo>
                    <a:pt x="1857829" y="448310"/>
                  </a:lnTo>
                  <a:lnTo>
                    <a:pt x="1860915" y="447039"/>
                  </a:lnTo>
                  <a:lnTo>
                    <a:pt x="1860153" y="447039"/>
                  </a:lnTo>
                  <a:lnTo>
                    <a:pt x="1863150" y="444500"/>
                  </a:lnTo>
                  <a:lnTo>
                    <a:pt x="1862413" y="445769"/>
                  </a:lnTo>
                  <a:lnTo>
                    <a:pt x="1911575" y="445769"/>
                  </a:lnTo>
                  <a:lnTo>
                    <a:pt x="1910051" y="448310"/>
                  </a:lnTo>
                  <a:lnTo>
                    <a:pt x="1907574" y="452119"/>
                  </a:lnTo>
                  <a:lnTo>
                    <a:pt x="1904920" y="455930"/>
                  </a:lnTo>
                  <a:close/>
                </a:path>
                <a:path w="1924050" h="494030">
                  <a:moveTo>
                    <a:pt x="86788" y="455930"/>
                  </a:moveTo>
                  <a:lnTo>
                    <a:pt x="83969" y="455930"/>
                  </a:lnTo>
                  <a:lnTo>
                    <a:pt x="83042" y="454660"/>
                  </a:lnTo>
                  <a:lnTo>
                    <a:pt x="86788" y="455930"/>
                  </a:lnTo>
                  <a:close/>
                </a:path>
                <a:path w="1924050" h="494030">
                  <a:moveTo>
                    <a:pt x="1839668" y="455930"/>
                  </a:moveTo>
                  <a:lnTo>
                    <a:pt x="1836848" y="455930"/>
                  </a:lnTo>
                  <a:lnTo>
                    <a:pt x="1840595" y="454660"/>
                  </a:lnTo>
                  <a:lnTo>
                    <a:pt x="1839668" y="455930"/>
                  </a:lnTo>
                  <a:close/>
                </a:path>
              </a:pathLst>
            </a:custGeom>
            <a:solidFill>
              <a:srgbClr val="FF0000"/>
            </a:solidFill>
          </p:spPr>
          <p:txBody>
            <a:bodyPr wrap="square" lIns="0" tIns="0" rIns="0" bIns="0" rtlCol="0"/>
            <a:lstStyle/>
            <a:p>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59055" y="627254"/>
            <a:ext cx="8575834" cy="936625"/>
          </a:xfrm>
          <a:prstGeom prst="rect">
            <a:avLst/>
          </a:prstGeom>
        </p:spPr>
        <p:txBody>
          <a:bodyPr vert="horz" wrap="square" lIns="0" tIns="114935" rIns="0" bIns="0" rtlCol="0">
            <a:spAutoFit/>
          </a:bodyPr>
          <a:lstStyle/>
          <a:p>
            <a:pPr marL="12700">
              <a:lnSpc>
                <a:spcPct val="100000"/>
              </a:lnSpc>
              <a:spcBef>
                <a:spcPts val="905"/>
              </a:spcBef>
            </a:pPr>
            <a:r>
              <a:rPr sz="1600" b="1" dirty="0">
                <a:latin typeface="Segoe UI"/>
                <a:cs typeface="Segoe UI"/>
              </a:rPr>
              <a:t>Submit</a:t>
            </a:r>
            <a:r>
              <a:rPr sz="1600" b="1" spc="-35" dirty="0">
                <a:latin typeface="Segoe UI"/>
                <a:cs typeface="Segoe UI"/>
              </a:rPr>
              <a:t> </a:t>
            </a:r>
            <a:r>
              <a:rPr sz="1600" b="1" dirty="0">
                <a:latin typeface="Segoe UI"/>
                <a:cs typeface="Segoe UI"/>
              </a:rPr>
              <a:t>Completed</a:t>
            </a:r>
            <a:r>
              <a:rPr sz="1600" b="1" spc="-35" dirty="0">
                <a:latin typeface="Segoe UI"/>
                <a:cs typeface="Segoe UI"/>
              </a:rPr>
              <a:t> </a:t>
            </a:r>
            <a:r>
              <a:rPr sz="1600" b="1" spc="-10" dirty="0">
                <a:latin typeface="Segoe UI"/>
                <a:cs typeface="Segoe UI"/>
              </a:rPr>
              <a:t>Initiatives</a:t>
            </a:r>
            <a:endParaRPr sz="1600">
              <a:latin typeface="Segoe UI"/>
              <a:cs typeface="Segoe UI"/>
            </a:endParaRPr>
          </a:p>
          <a:p>
            <a:pPr marL="12700" marR="5080">
              <a:lnSpc>
                <a:spcPts val="1730"/>
              </a:lnSpc>
              <a:spcBef>
                <a:spcPts val="1019"/>
              </a:spcBef>
            </a:pPr>
            <a:r>
              <a:rPr sz="1600" b="1" dirty="0">
                <a:latin typeface="Segoe UI"/>
                <a:cs typeface="Segoe UI"/>
              </a:rPr>
              <a:t>If</a:t>
            </a:r>
            <a:r>
              <a:rPr sz="1600" b="1" spc="-30" dirty="0">
                <a:latin typeface="Segoe UI"/>
                <a:cs typeface="Segoe UI"/>
              </a:rPr>
              <a:t> </a:t>
            </a:r>
            <a:r>
              <a:rPr sz="1600" b="1" dirty="0">
                <a:latin typeface="Segoe UI"/>
                <a:cs typeface="Segoe UI"/>
              </a:rPr>
              <a:t>you</a:t>
            </a:r>
            <a:r>
              <a:rPr sz="1600" b="1" spc="-30" dirty="0">
                <a:latin typeface="Segoe UI"/>
                <a:cs typeface="Segoe UI"/>
              </a:rPr>
              <a:t> </a:t>
            </a:r>
            <a:r>
              <a:rPr sz="1600" b="1" dirty="0">
                <a:latin typeface="Segoe UI"/>
                <a:cs typeface="Segoe UI"/>
              </a:rPr>
              <a:t>have</a:t>
            </a:r>
            <a:r>
              <a:rPr sz="1600" b="1" spc="-30" dirty="0">
                <a:latin typeface="Segoe UI"/>
                <a:cs typeface="Segoe UI"/>
              </a:rPr>
              <a:t> </a:t>
            </a:r>
            <a:r>
              <a:rPr sz="1600" b="1" dirty="0">
                <a:latin typeface="Segoe UI"/>
                <a:cs typeface="Segoe UI"/>
              </a:rPr>
              <a:t>already</a:t>
            </a:r>
            <a:r>
              <a:rPr sz="1600" b="1" spc="-25" dirty="0">
                <a:latin typeface="Segoe UI"/>
                <a:cs typeface="Segoe UI"/>
              </a:rPr>
              <a:t> </a:t>
            </a:r>
            <a:r>
              <a:rPr sz="1600" b="1" dirty="0">
                <a:latin typeface="Segoe UI"/>
                <a:cs typeface="Segoe UI"/>
              </a:rPr>
              <a:t>completed</a:t>
            </a:r>
            <a:r>
              <a:rPr sz="1600" b="1" spc="-30" dirty="0">
                <a:latin typeface="Segoe UI"/>
                <a:cs typeface="Segoe UI"/>
              </a:rPr>
              <a:t> </a:t>
            </a:r>
            <a:r>
              <a:rPr sz="1600" b="1" dirty="0">
                <a:latin typeface="Segoe UI"/>
                <a:cs typeface="Segoe UI"/>
              </a:rPr>
              <a:t>an</a:t>
            </a:r>
            <a:r>
              <a:rPr sz="1600" b="1" spc="-30" dirty="0">
                <a:latin typeface="Segoe UI"/>
                <a:cs typeface="Segoe UI"/>
              </a:rPr>
              <a:t> </a:t>
            </a:r>
            <a:r>
              <a:rPr sz="1600" b="1" dirty="0">
                <a:latin typeface="Segoe UI"/>
                <a:cs typeface="Segoe UI"/>
              </a:rPr>
              <a:t>initiative,</a:t>
            </a:r>
            <a:r>
              <a:rPr sz="1600" b="1" spc="-25" dirty="0">
                <a:latin typeface="Segoe UI"/>
                <a:cs typeface="Segoe UI"/>
              </a:rPr>
              <a:t> </a:t>
            </a:r>
            <a:r>
              <a:rPr sz="1600" b="1" dirty="0">
                <a:latin typeface="Segoe UI"/>
                <a:cs typeface="Segoe UI"/>
              </a:rPr>
              <a:t>upload</a:t>
            </a:r>
            <a:r>
              <a:rPr sz="1600" b="1" spc="-30" dirty="0">
                <a:latin typeface="Segoe UI"/>
                <a:cs typeface="Segoe UI"/>
              </a:rPr>
              <a:t> </a:t>
            </a:r>
            <a:r>
              <a:rPr sz="1600" b="1" dirty="0">
                <a:latin typeface="Segoe UI"/>
                <a:cs typeface="Segoe UI"/>
              </a:rPr>
              <a:t>your</a:t>
            </a:r>
            <a:r>
              <a:rPr sz="1600" b="1" spc="-35" dirty="0">
                <a:latin typeface="Segoe UI"/>
                <a:cs typeface="Segoe UI"/>
              </a:rPr>
              <a:t> </a:t>
            </a:r>
            <a:r>
              <a:rPr sz="1600" b="1" dirty="0">
                <a:latin typeface="Segoe UI"/>
                <a:cs typeface="Segoe UI"/>
              </a:rPr>
              <a:t>achievement</a:t>
            </a:r>
            <a:r>
              <a:rPr sz="1600" b="1" spc="-25" dirty="0">
                <a:latin typeface="Segoe UI"/>
                <a:cs typeface="Segoe UI"/>
              </a:rPr>
              <a:t> </a:t>
            </a:r>
            <a:r>
              <a:rPr sz="1600" b="1" dirty="0">
                <a:latin typeface="Segoe UI"/>
                <a:cs typeface="Segoe UI"/>
              </a:rPr>
              <a:t>using</a:t>
            </a:r>
            <a:r>
              <a:rPr sz="1600" b="1" spc="-30" dirty="0">
                <a:latin typeface="Segoe UI"/>
                <a:cs typeface="Segoe UI"/>
              </a:rPr>
              <a:t> </a:t>
            </a:r>
            <a:r>
              <a:rPr sz="1600" b="1" dirty="0">
                <a:latin typeface="Segoe UI"/>
                <a:cs typeface="Segoe UI"/>
              </a:rPr>
              <a:t>the</a:t>
            </a:r>
            <a:r>
              <a:rPr sz="1600" b="1" spc="-30" dirty="0">
                <a:latin typeface="Segoe UI"/>
                <a:cs typeface="Segoe UI"/>
              </a:rPr>
              <a:t> </a:t>
            </a:r>
            <a:r>
              <a:rPr sz="1600" b="1" spc="-20" dirty="0">
                <a:latin typeface="Segoe UI"/>
                <a:cs typeface="Segoe UI"/>
              </a:rPr>
              <a:t>“Already</a:t>
            </a:r>
            <a:r>
              <a:rPr sz="1600" b="1" spc="-30" dirty="0">
                <a:latin typeface="Segoe UI"/>
                <a:cs typeface="Segoe UI"/>
              </a:rPr>
              <a:t> </a:t>
            </a:r>
            <a:r>
              <a:rPr sz="1600" b="1" dirty="0">
                <a:latin typeface="Segoe UI"/>
                <a:cs typeface="Segoe UI"/>
              </a:rPr>
              <a:t>Completed”</a:t>
            </a:r>
            <a:r>
              <a:rPr sz="1600" b="1" spc="-25" dirty="0">
                <a:latin typeface="Segoe UI"/>
                <a:cs typeface="Segoe UI"/>
              </a:rPr>
              <a:t> </a:t>
            </a:r>
            <a:r>
              <a:rPr sz="1600" b="1" dirty="0">
                <a:latin typeface="Segoe UI"/>
                <a:cs typeface="Segoe UI"/>
              </a:rPr>
              <a:t>button</a:t>
            </a:r>
            <a:r>
              <a:rPr sz="1600" b="1" spc="-30" dirty="0">
                <a:latin typeface="Segoe UI"/>
                <a:cs typeface="Segoe UI"/>
              </a:rPr>
              <a:t> </a:t>
            </a:r>
            <a:r>
              <a:rPr sz="1600" b="1" dirty="0">
                <a:latin typeface="Segoe UI"/>
                <a:cs typeface="Segoe UI"/>
              </a:rPr>
              <a:t>and</a:t>
            </a:r>
            <a:r>
              <a:rPr sz="1600" b="1" spc="-30" dirty="0">
                <a:latin typeface="Segoe UI"/>
                <a:cs typeface="Segoe UI"/>
              </a:rPr>
              <a:t> </a:t>
            </a:r>
            <a:r>
              <a:rPr sz="1600" b="1" spc="-10" dirty="0">
                <a:latin typeface="Segoe UI"/>
                <a:cs typeface="Segoe UI"/>
              </a:rPr>
              <a:t>repeat </a:t>
            </a:r>
            <a:r>
              <a:rPr sz="1600" b="1" dirty="0">
                <a:latin typeface="Segoe UI"/>
                <a:cs typeface="Segoe UI"/>
              </a:rPr>
              <a:t>the</a:t>
            </a:r>
            <a:r>
              <a:rPr sz="1600" b="1" spc="-10" dirty="0">
                <a:latin typeface="Segoe UI"/>
                <a:cs typeface="Segoe UI"/>
              </a:rPr>
              <a:t> </a:t>
            </a:r>
            <a:r>
              <a:rPr sz="1600" b="1" dirty="0">
                <a:latin typeface="Segoe UI"/>
                <a:cs typeface="Segoe UI"/>
              </a:rPr>
              <a:t>steps</a:t>
            </a:r>
            <a:r>
              <a:rPr sz="1600" b="1" spc="-5" dirty="0">
                <a:latin typeface="Segoe UI"/>
                <a:cs typeface="Segoe UI"/>
              </a:rPr>
              <a:t> </a:t>
            </a:r>
            <a:r>
              <a:rPr sz="1600" b="1" dirty="0">
                <a:latin typeface="Segoe UI"/>
                <a:cs typeface="Segoe UI"/>
              </a:rPr>
              <a:t>from</a:t>
            </a:r>
            <a:r>
              <a:rPr sz="1600" b="1" spc="430" dirty="0">
                <a:latin typeface="Segoe UI"/>
                <a:cs typeface="Segoe UI"/>
              </a:rPr>
              <a:t> </a:t>
            </a:r>
            <a:r>
              <a:rPr sz="1600" b="1" spc="-20" dirty="0">
                <a:latin typeface="Segoe UI"/>
                <a:cs typeface="Segoe UI"/>
              </a:rPr>
              <a:t>Step-</a:t>
            </a:r>
            <a:r>
              <a:rPr sz="1600" b="1" dirty="0">
                <a:latin typeface="Segoe UI"/>
                <a:cs typeface="Segoe UI"/>
              </a:rPr>
              <a:t>6</a:t>
            </a:r>
            <a:r>
              <a:rPr sz="1600" b="1" spc="-5" dirty="0">
                <a:latin typeface="Segoe UI"/>
                <a:cs typeface="Segoe UI"/>
              </a:rPr>
              <a:t> </a:t>
            </a:r>
            <a:r>
              <a:rPr sz="1600" b="1" dirty="0">
                <a:latin typeface="Segoe UI"/>
                <a:cs typeface="Segoe UI"/>
              </a:rPr>
              <a:t>to</a:t>
            </a:r>
            <a:r>
              <a:rPr sz="1600" b="1" spc="425" dirty="0">
                <a:latin typeface="Segoe UI"/>
                <a:cs typeface="Segoe UI"/>
              </a:rPr>
              <a:t> </a:t>
            </a:r>
            <a:r>
              <a:rPr sz="1600" b="1" spc="-20" dirty="0">
                <a:latin typeface="Segoe UI"/>
                <a:cs typeface="Segoe UI"/>
              </a:rPr>
              <a:t>Step-</a:t>
            </a:r>
            <a:r>
              <a:rPr sz="1600" b="1" spc="-50" dirty="0">
                <a:latin typeface="Segoe UI"/>
                <a:cs typeface="Segoe UI"/>
              </a:rPr>
              <a:t>8</a:t>
            </a:r>
            <a:endParaRPr sz="1600">
              <a:latin typeface="Segoe UI"/>
              <a:cs typeface="Segoe UI"/>
            </a:endParaRPr>
          </a:p>
        </p:txBody>
      </p:sp>
      <p:grpSp>
        <p:nvGrpSpPr>
          <p:cNvPr id="3" name="object 3"/>
          <p:cNvGrpSpPr/>
          <p:nvPr/>
        </p:nvGrpSpPr>
        <p:grpSpPr>
          <a:xfrm>
            <a:off x="85725" y="1668779"/>
            <a:ext cx="8948738" cy="3462654"/>
            <a:chOff x="114300" y="1668779"/>
            <a:chExt cx="11931650" cy="3462654"/>
          </a:xfrm>
        </p:grpSpPr>
        <p:pic>
          <p:nvPicPr>
            <p:cNvPr id="4" name="object 4"/>
            <p:cNvPicPr/>
            <p:nvPr/>
          </p:nvPicPr>
          <p:blipFill>
            <a:blip r:embed="rId2" cstate="print"/>
            <a:stretch>
              <a:fillRect/>
            </a:stretch>
          </p:blipFill>
          <p:spPr>
            <a:xfrm>
              <a:off x="114300" y="1668779"/>
              <a:ext cx="11931396" cy="3445764"/>
            </a:xfrm>
            <a:prstGeom prst="rect">
              <a:avLst/>
            </a:prstGeom>
          </p:spPr>
        </p:pic>
        <p:sp>
          <p:nvSpPr>
            <p:cNvPr id="5" name="object 5"/>
            <p:cNvSpPr/>
            <p:nvPr/>
          </p:nvSpPr>
          <p:spPr>
            <a:xfrm>
              <a:off x="1048385" y="4317364"/>
              <a:ext cx="10231120" cy="814069"/>
            </a:xfrm>
            <a:custGeom>
              <a:avLst/>
              <a:gdLst/>
              <a:ahLst/>
              <a:cxnLst/>
              <a:rect l="l" t="t" r="r" b="b"/>
              <a:pathLst>
                <a:path w="10231120" h="814070">
                  <a:moveTo>
                    <a:pt x="10097693" y="814069"/>
                  </a:moveTo>
                  <a:lnTo>
                    <a:pt x="133426" y="814069"/>
                  </a:lnTo>
                  <a:lnTo>
                    <a:pt x="111467" y="810260"/>
                  </a:lnTo>
                  <a:lnTo>
                    <a:pt x="104406" y="807720"/>
                  </a:lnTo>
                  <a:lnTo>
                    <a:pt x="90741" y="802639"/>
                  </a:lnTo>
                  <a:lnTo>
                    <a:pt x="84162" y="800100"/>
                  </a:lnTo>
                  <a:lnTo>
                    <a:pt x="77749" y="796289"/>
                  </a:lnTo>
                  <a:lnTo>
                    <a:pt x="71526" y="793750"/>
                  </a:lnTo>
                  <a:lnTo>
                    <a:pt x="65493" y="789939"/>
                  </a:lnTo>
                  <a:lnTo>
                    <a:pt x="59677" y="784860"/>
                  </a:lnTo>
                  <a:lnTo>
                    <a:pt x="54063" y="781050"/>
                  </a:lnTo>
                  <a:lnTo>
                    <a:pt x="25387" y="749300"/>
                  </a:lnTo>
                  <a:lnTo>
                    <a:pt x="6680" y="709929"/>
                  </a:lnTo>
                  <a:lnTo>
                    <a:pt x="4673" y="703579"/>
                  </a:lnTo>
                  <a:lnTo>
                    <a:pt x="3009" y="695960"/>
                  </a:lnTo>
                  <a:lnTo>
                    <a:pt x="1701" y="688339"/>
                  </a:lnTo>
                  <a:lnTo>
                    <a:pt x="918" y="681991"/>
                  </a:lnTo>
                  <a:lnTo>
                    <a:pt x="881" y="681685"/>
                  </a:lnTo>
                  <a:lnTo>
                    <a:pt x="762" y="680720"/>
                  </a:lnTo>
                  <a:lnTo>
                    <a:pt x="190" y="674370"/>
                  </a:lnTo>
                  <a:lnTo>
                    <a:pt x="0" y="666750"/>
                  </a:lnTo>
                  <a:lnTo>
                    <a:pt x="0" y="147320"/>
                  </a:lnTo>
                  <a:lnTo>
                    <a:pt x="127" y="142239"/>
                  </a:lnTo>
                  <a:lnTo>
                    <a:pt x="190" y="139700"/>
                  </a:lnTo>
                  <a:lnTo>
                    <a:pt x="6680" y="104139"/>
                  </a:lnTo>
                  <a:lnTo>
                    <a:pt x="9017" y="96520"/>
                  </a:lnTo>
                  <a:lnTo>
                    <a:pt x="29527" y="58420"/>
                  </a:lnTo>
                  <a:lnTo>
                    <a:pt x="59677" y="29210"/>
                  </a:lnTo>
                  <a:lnTo>
                    <a:pt x="65493" y="24129"/>
                  </a:lnTo>
                  <a:lnTo>
                    <a:pt x="71526" y="20320"/>
                  </a:lnTo>
                  <a:lnTo>
                    <a:pt x="77749" y="17779"/>
                  </a:lnTo>
                  <a:lnTo>
                    <a:pt x="84162" y="13970"/>
                  </a:lnTo>
                  <a:lnTo>
                    <a:pt x="90741" y="11429"/>
                  </a:lnTo>
                  <a:lnTo>
                    <a:pt x="97497" y="8889"/>
                  </a:lnTo>
                  <a:lnTo>
                    <a:pt x="111467" y="3810"/>
                  </a:lnTo>
                  <a:lnTo>
                    <a:pt x="133426" y="0"/>
                  </a:lnTo>
                  <a:lnTo>
                    <a:pt x="10097693" y="0"/>
                  </a:lnTo>
                  <a:lnTo>
                    <a:pt x="10140378" y="11429"/>
                  </a:lnTo>
                  <a:lnTo>
                    <a:pt x="10153370" y="17779"/>
                  </a:lnTo>
                  <a:lnTo>
                    <a:pt x="10159593" y="20320"/>
                  </a:lnTo>
                  <a:lnTo>
                    <a:pt x="10165626" y="24129"/>
                  </a:lnTo>
                  <a:lnTo>
                    <a:pt x="10171442" y="29210"/>
                  </a:lnTo>
                  <a:lnTo>
                    <a:pt x="10177056" y="33020"/>
                  </a:lnTo>
                  <a:lnTo>
                    <a:pt x="10182440" y="38100"/>
                  </a:lnTo>
                  <a:lnTo>
                    <a:pt x="132219" y="38100"/>
                  </a:lnTo>
                  <a:lnTo>
                    <a:pt x="125831" y="39370"/>
                  </a:lnTo>
                  <a:lnTo>
                    <a:pt x="126771" y="39370"/>
                  </a:lnTo>
                  <a:lnTo>
                    <a:pt x="120497" y="40639"/>
                  </a:lnTo>
                  <a:lnTo>
                    <a:pt x="121424" y="40639"/>
                  </a:lnTo>
                  <a:lnTo>
                    <a:pt x="118351" y="41910"/>
                  </a:lnTo>
                  <a:lnTo>
                    <a:pt x="116179" y="41910"/>
                  </a:lnTo>
                  <a:lnTo>
                    <a:pt x="110159" y="44450"/>
                  </a:lnTo>
                  <a:lnTo>
                    <a:pt x="111036" y="44450"/>
                  </a:lnTo>
                  <a:lnTo>
                    <a:pt x="105156" y="45720"/>
                  </a:lnTo>
                  <a:lnTo>
                    <a:pt x="106019" y="45720"/>
                  </a:lnTo>
                  <a:lnTo>
                    <a:pt x="100279" y="48260"/>
                  </a:lnTo>
                  <a:lnTo>
                    <a:pt x="101117" y="48260"/>
                  </a:lnTo>
                  <a:lnTo>
                    <a:pt x="95529" y="50800"/>
                  </a:lnTo>
                  <a:lnTo>
                    <a:pt x="96342" y="50800"/>
                  </a:lnTo>
                  <a:lnTo>
                    <a:pt x="90919" y="53339"/>
                  </a:lnTo>
                  <a:lnTo>
                    <a:pt x="91706" y="53339"/>
                  </a:lnTo>
                  <a:lnTo>
                    <a:pt x="88201" y="55879"/>
                  </a:lnTo>
                  <a:lnTo>
                    <a:pt x="87198" y="55879"/>
                  </a:lnTo>
                  <a:lnTo>
                    <a:pt x="82130" y="59689"/>
                  </a:lnTo>
                  <a:lnTo>
                    <a:pt x="82854" y="59689"/>
                  </a:lnTo>
                  <a:lnTo>
                    <a:pt x="79595" y="62229"/>
                  </a:lnTo>
                  <a:lnTo>
                    <a:pt x="78663" y="62229"/>
                  </a:lnTo>
                  <a:lnTo>
                    <a:pt x="73964" y="66039"/>
                  </a:lnTo>
                  <a:lnTo>
                    <a:pt x="74637" y="66039"/>
                  </a:lnTo>
                  <a:lnTo>
                    <a:pt x="70142" y="69850"/>
                  </a:lnTo>
                  <a:lnTo>
                    <a:pt x="70777" y="69850"/>
                  </a:lnTo>
                  <a:lnTo>
                    <a:pt x="66484" y="73660"/>
                  </a:lnTo>
                  <a:lnTo>
                    <a:pt x="67106" y="73660"/>
                  </a:lnTo>
                  <a:lnTo>
                    <a:pt x="63030" y="77470"/>
                  </a:lnTo>
                  <a:lnTo>
                    <a:pt x="63614" y="77470"/>
                  </a:lnTo>
                  <a:lnTo>
                    <a:pt x="60728" y="81279"/>
                  </a:lnTo>
                  <a:lnTo>
                    <a:pt x="60312" y="81279"/>
                  </a:lnTo>
                  <a:lnTo>
                    <a:pt x="56692" y="86360"/>
                  </a:lnTo>
                  <a:lnTo>
                    <a:pt x="57213" y="86360"/>
                  </a:lnTo>
                  <a:lnTo>
                    <a:pt x="54689" y="90170"/>
                  </a:lnTo>
                  <a:lnTo>
                    <a:pt x="54317" y="90170"/>
                  </a:lnTo>
                  <a:lnTo>
                    <a:pt x="51193" y="95250"/>
                  </a:lnTo>
                  <a:lnTo>
                    <a:pt x="51638" y="95250"/>
                  </a:lnTo>
                  <a:lnTo>
                    <a:pt x="49495" y="99060"/>
                  </a:lnTo>
                  <a:lnTo>
                    <a:pt x="49187" y="99060"/>
                  </a:lnTo>
                  <a:lnTo>
                    <a:pt x="47104" y="104139"/>
                  </a:lnTo>
                  <a:lnTo>
                    <a:pt x="46951" y="104139"/>
                  </a:lnTo>
                  <a:lnTo>
                    <a:pt x="43972" y="112279"/>
                  </a:lnTo>
                  <a:lnTo>
                    <a:pt x="42614" y="116441"/>
                  </a:lnTo>
                  <a:lnTo>
                    <a:pt x="41238" y="121378"/>
                  </a:lnTo>
                  <a:lnTo>
                    <a:pt x="40246" y="125729"/>
                  </a:lnTo>
                  <a:lnTo>
                    <a:pt x="40436" y="125729"/>
                  </a:lnTo>
                  <a:lnTo>
                    <a:pt x="39281" y="132078"/>
                  </a:lnTo>
                  <a:lnTo>
                    <a:pt x="38620" y="137159"/>
                  </a:lnTo>
                  <a:lnTo>
                    <a:pt x="38265" y="142239"/>
                  </a:lnTo>
                  <a:lnTo>
                    <a:pt x="38214" y="671829"/>
                  </a:lnTo>
                  <a:lnTo>
                    <a:pt x="38595" y="676714"/>
                  </a:lnTo>
                  <a:lnTo>
                    <a:pt x="39113" y="680720"/>
                  </a:lnTo>
                  <a:lnTo>
                    <a:pt x="39238" y="681685"/>
                  </a:lnTo>
                  <a:lnTo>
                    <a:pt x="40436" y="688339"/>
                  </a:lnTo>
                  <a:lnTo>
                    <a:pt x="40246" y="688339"/>
                  </a:lnTo>
                  <a:lnTo>
                    <a:pt x="41175" y="692414"/>
                  </a:lnTo>
                  <a:lnTo>
                    <a:pt x="41251" y="692691"/>
                  </a:lnTo>
                  <a:lnTo>
                    <a:pt x="41406" y="693430"/>
                  </a:lnTo>
                  <a:lnTo>
                    <a:pt x="41795" y="694661"/>
                  </a:lnTo>
                  <a:lnTo>
                    <a:pt x="42504" y="697229"/>
                  </a:lnTo>
                  <a:lnTo>
                    <a:pt x="42632" y="697628"/>
                  </a:lnTo>
                  <a:lnTo>
                    <a:pt x="43195" y="699735"/>
                  </a:lnTo>
                  <a:lnTo>
                    <a:pt x="44627" y="703579"/>
                  </a:lnTo>
                  <a:lnTo>
                    <a:pt x="44944" y="704806"/>
                  </a:lnTo>
                  <a:lnTo>
                    <a:pt x="45076" y="704806"/>
                  </a:lnTo>
                  <a:lnTo>
                    <a:pt x="46951" y="709929"/>
                  </a:lnTo>
                  <a:lnTo>
                    <a:pt x="47085" y="709929"/>
                  </a:lnTo>
                  <a:lnTo>
                    <a:pt x="48230" y="712762"/>
                  </a:lnTo>
                  <a:lnTo>
                    <a:pt x="49187" y="715010"/>
                  </a:lnTo>
                  <a:lnTo>
                    <a:pt x="49495" y="715010"/>
                  </a:lnTo>
                  <a:lnTo>
                    <a:pt x="51638" y="718820"/>
                  </a:lnTo>
                  <a:lnTo>
                    <a:pt x="51193" y="718820"/>
                  </a:lnTo>
                  <a:lnTo>
                    <a:pt x="54317" y="723900"/>
                  </a:lnTo>
                  <a:lnTo>
                    <a:pt x="54689" y="723900"/>
                  </a:lnTo>
                  <a:lnTo>
                    <a:pt x="57213" y="727710"/>
                  </a:lnTo>
                  <a:lnTo>
                    <a:pt x="56692" y="727710"/>
                  </a:lnTo>
                  <a:lnTo>
                    <a:pt x="60312" y="732789"/>
                  </a:lnTo>
                  <a:lnTo>
                    <a:pt x="60728" y="732789"/>
                  </a:lnTo>
                  <a:lnTo>
                    <a:pt x="63614" y="736600"/>
                  </a:lnTo>
                  <a:lnTo>
                    <a:pt x="63030" y="736600"/>
                  </a:lnTo>
                  <a:lnTo>
                    <a:pt x="67106" y="740410"/>
                  </a:lnTo>
                  <a:lnTo>
                    <a:pt x="66484" y="740410"/>
                  </a:lnTo>
                  <a:lnTo>
                    <a:pt x="70777" y="744220"/>
                  </a:lnTo>
                  <a:lnTo>
                    <a:pt x="70142" y="744220"/>
                  </a:lnTo>
                  <a:lnTo>
                    <a:pt x="74637" y="748029"/>
                  </a:lnTo>
                  <a:lnTo>
                    <a:pt x="73964" y="748029"/>
                  </a:lnTo>
                  <a:lnTo>
                    <a:pt x="78663" y="751839"/>
                  </a:lnTo>
                  <a:lnTo>
                    <a:pt x="79595" y="751839"/>
                  </a:lnTo>
                  <a:lnTo>
                    <a:pt x="82854" y="754379"/>
                  </a:lnTo>
                  <a:lnTo>
                    <a:pt x="82130" y="754379"/>
                  </a:lnTo>
                  <a:lnTo>
                    <a:pt x="87198" y="758189"/>
                  </a:lnTo>
                  <a:lnTo>
                    <a:pt x="88201" y="758189"/>
                  </a:lnTo>
                  <a:lnTo>
                    <a:pt x="91706" y="760729"/>
                  </a:lnTo>
                  <a:lnTo>
                    <a:pt x="90919" y="760729"/>
                  </a:lnTo>
                  <a:lnTo>
                    <a:pt x="96342" y="763270"/>
                  </a:lnTo>
                  <a:lnTo>
                    <a:pt x="95529" y="763270"/>
                  </a:lnTo>
                  <a:lnTo>
                    <a:pt x="101117" y="765810"/>
                  </a:lnTo>
                  <a:lnTo>
                    <a:pt x="100279" y="765810"/>
                  </a:lnTo>
                  <a:lnTo>
                    <a:pt x="106019" y="768350"/>
                  </a:lnTo>
                  <a:lnTo>
                    <a:pt x="105156" y="768350"/>
                  </a:lnTo>
                  <a:lnTo>
                    <a:pt x="111036" y="769620"/>
                  </a:lnTo>
                  <a:lnTo>
                    <a:pt x="110159" y="769620"/>
                  </a:lnTo>
                  <a:lnTo>
                    <a:pt x="116179" y="772160"/>
                  </a:lnTo>
                  <a:lnTo>
                    <a:pt x="118351" y="772160"/>
                  </a:lnTo>
                  <a:lnTo>
                    <a:pt x="121424" y="773429"/>
                  </a:lnTo>
                  <a:lnTo>
                    <a:pt x="120497" y="773429"/>
                  </a:lnTo>
                  <a:lnTo>
                    <a:pt x="126771" y="774700"/>
                  </a:lnTo>
                  <a:lnTo>
                    <a:pt x="125831" y="774700"/>
                  </a:lnTo>
                  <a:lnTo>
                    <a:pt x="132219" y="775970"/>
                  </a:lnTo>
                  <a:lnTo>
                    <a:pt x="10182440" y="775970"/>
                  </a:lnTo>
                  <a:lnTo>
                    <a:pt x="10177056" y="781050"/>
                  </a:lnTo>
                  <a:lnTo>
                    <a:pt x="10171442" y="784860"/>
                  </a:lnTo>
                  <a:lnTo>
                    <a:pt x="10165626" y="789939"/>
                  </a:lnTo>
                  <a:lnTo>
                    <a:pt x="10159593" y="793750"/>
                  </a:lnTo>
                  <a:lnTo>
                    <a:pt x="10153370" y="796289"/>
                  </a:lnTo>
                  <a:lnTo>
                    <a:pt x="10146957" y="800100"/>
                  </a:lnTo>
                  <a:lnTo>
                    <a:pt x="10140378" y="802639"/>
                  </a:lnTo>
                  <a:lnTo>
                    <a:pt x="10126713" y="807720"/>
                  </a:lnTo>
                  <a:lnTo>
                    <a:pt x="10119652" y="810260"/>
                  </a:lnTo>
                  <a:lnTo>
                    <a:pt x="10097693" y="814069"/>
                  </a:lnTo>
                  <a:close/>
                </a:path>
                <a:path w="10231120" h="814070">
                  <a:moveTo>
                    <a:pt x="131267" y="39370"/>
                  </a:moveTo>
                  <a:lnTo>
                    <a:pt x="132219" y="38100"/>
                  </a:lnTo>
                  <a:lnTo>
                    <a:pt x="137744" y="38100"/>
                  </a:lnTo>
                  <a:lnTo>
                    <a:pt x="131267" y="39370"/>
                  </a:lnTo>
                  <a:close/>
                </a:path>
                <a:path w="10231120" h="814070">
                  <a:moveTo>
                    <a:pt x="10099852" y="39370"/>
                  </a:moveTo>
                  <a:lnTo>
                    <a:pt x="10093375" y="38100"/>
                  </a:lnTo>
                  <a:lnTo>
                    <a:pt x="10098900" y="38100"/>
                  </a:lnTo>
                  <a:lnTo>
                    <a:pt x="10099852" y="39370"/>
                  </a:lnTo>
                  <a:close/>
                </a:path>
                <a:path w="10231120" h="814070">
                  <a:moveTo>
                    <a:pt x="10115842" y="43179"/>
                  </a:moveTo>
                  <a:lnTo>
                    <a:pt x="10109695" y="40639"/>
                  </a:lnTo>
                  <a:lnTo>
                    <a:pt x="10110622" y="40639"/>
                  </a:lnTo>
                  <a:lnTo>
                    <a:pt x="10104348" y="39370"/>
                  </a:lnTo>
                  <a:lnTo>
                    <a:pt x="10105288" y="39370"/>
                  </a:lnTo>
                  <a:lnTo>
                    <a:pt x="10098900" y="38100"/>
                  </a:lnTo>
                  <a:lnTo>
                    <a:pt x="10182440" y="38100"/>
                  </a:lnTo>
                  <a:lnTo>
                    <a:pt x="10186308" y="41910"/>
                  </a:lnTo>
                  <a:lnTo>
                    <a:pt x="10114940" y="41910"/>
                  </a:lnTo>
                  <a:lnTo>
                    <a:pt x="10115842" y="43179"/>
                  </a:lnTo>
                  <a:close/>
                </a:path>
                <a:path w="10231120" h="814070">
                  <a:moveTo>
                    <a:pt x="115277" y="43179"/>
                  </a:moveTo>
                  <a:lnTo>
                    <a:pt x="116179" y="41910"/>
                  </a:lnTo>
                  <a:lnTo>
                    <a:pt x="118351" y="41910"/>
                  </a:lnTo>
                  <a:lnTo>
                    <a:pt x="115277" y="43179"/>
                  </a:lnTo>
                  <a:close/>
                </a:path>
                <a:path w="10231120" h="814070">
                  <a:moveTo>
                    <a:pt x="10144671" y="57150"/>
                  </a:moveTo>
                  <a:lnTo>
                    <a:pt x="10139413" y="53339"/>
                  </a:lnTo>
                  <a:lnTo>
                    <a:pt x="10140200" y="53339"/>
                  </a:lnTo>
                  <a:lnTo>
                    <a:pt x="10134777" y="50800"/>
                  </a:lnTo>
                  <a:lnTo>
                    <a:pt x="10135590" y="50800"/>
                  </a:lnTo>
                  <a:lnTo>
                    <a:pt x="10130002" y="48260"/>
                  </a:lnTo>
                  <a:lnTo>
                    <a:pt x="10130840" y="48260"/>
                  </a:lnTo>
                  <a:lnTo>
                    <a:pt x="10125100" y="45720"/>
                  </a:lnTo>
                  <a:lnTo>
                    <a:pt x="10125964" y="45720"/>
                  </a:lnTo>
                  <a:lnTo>
                    <a:pt x="10120083" y="44450"/>
                  </a:lnTo>
                  <a:lnTo>
                    <a:pt x="10120960" y="44450"/>
                  </a:lnTo>
                  <a:lnTo>
                    <a:pt x="10114940" y="41910"/>
                  </a:lnTo>
                  <a:lnTo>
                    <a:pt x="10186308" y="41910"/>
                  </a:lnTo>
                  <a:lnTo>
                    <a:pt x="10187597" y="43179"/>
                  </a:lnTo>
                  <a:lnTo>
                    <a:pt x="10192512" y="48260"/>
                  </a:lnTo>
                  <a:lnTo>
                    <a:pt x="10197185" y="53339"/>
                  </a:lnTo>
                  <a:lnTo>
                    <a:pt x="10199389" y="55879"/>
                  </a:lnTo>
                  <a:lnTo>
                    <a:pt x="10143921" y="55879"/>
                  </a:lnTo>
                  <a:lnTo>
                    <a:pt x="10144671" y="57150"/>
                  </a:lnTo>
                  <a:close/>
                </a:path>
                <a:path w="10231120" h="814070">
                  <a:moveTo>
                    <a:pt x="86448" y="57150"/>
                  </a:moveTo>
                  <a:lnTo>
                    <a:pt x="87198" y="55879"/>
                  </a:lnTo>
                  <a:lnTo>
                    <a:pt x="88201" y="55879"/>
                  </a:lnTo>
                  <a:lnTo>
                    <a:pt x="86448" y="57150"/>
                  </a:lnTo>
                  <a:close/>
                </a:path>
                <a:path w="10231120" h="814070">
                  <a:moveTo>
                    <a:pt x="10153154" y="63500"/>
                  </a:moveTo>
                  <a:lnTo>
                    <a:pt x="10148265" y="59689"/>
                  </a:lnTo>
                  <a:lnTo>
                    <a:pt x="10148989" y="59689"/>
                  </a:lnTo>
                  <a:lnTo>
                    <a:pt x="10143921" y="55879"/>
                  </a:lnTo>
                  <a:lnTo>
                    <a:pt x="10199389" y="55879"/>
                  </a:lnTo>
                  <a:lnTo>
                    <a:pt x="10201592" y="58420"/>
                  </a:lnTo>
                  <a:lnTo>
                    <a:pt x="10204076" y="62229"/>
                  </a:lnTo>
                  <a:lnTo>
                    <a:pt x="10152456" y="62229"/>
                  </a:lnTo>
                  <a:lnTo>
                    <a:pt x="10153154" y="63500"/>
                  </a:lnTo>
                  <a:close/>
                </a:path>
                <a:path w="10231120" h="814070">
                  <a:moveTo>
                    <a:pt x="77965" y="63500"/>
                  </a:moveTo>
                  <a:lnTo>
                    <a:pt x="78663" y="62229"/>
                  </a:lnTo>
                  <a:lnTo>
                    <a:pt x="79595" y="62229"/>
                  </a:lnTo>
                  <a:lnTo>
                    <a:pt x="77965" y="63500"/>
                  </a:lnTo>
                  <a:close/>
                </a:path>
                <a:path w="10231120" h="814070">
                  <a:moveTo>
                    <a:pt x="10171353" y="82550"/>
                  </a:moveTo>
                  <a:lnTo>
                    <a:pt x="10167505" y="77470"/>
                  </a:lnTo>
                  <a:lnTo>
                    <a:pt x="10168089" y="77470"/>
                  </a:lnTo>
                  <a:lnTo>
                    <a:pt x="10164013" y="73660"/>
                  </a:lnTo>
                  <a:lnTo>
                    <a:pt x="10164622" y="73660"/>
                  </a:lnTo>
                  <a:lnTo>
                    <a:pt x="10160342" y="69850"/>
                  </a:lnTo>
                  <a:lnTo>
                    <a:pt x="10160977" y="69850"/>
                  </a:lnTo>
                  <a:lnTo>
                    <a:pt x="10156482" y="66039"/>
                  </a:lnTo>
                  <a:lnTo>
                    <a:pt x="10157155" y="66039"/>
                  </a:lnTo>
                  <a:lnTo>
                    <a:pt x="10152456" y="62229"/>
                  </a:lnTo>
                  <a:lnTo>
                    <a:pt x="10204076" y="62229"/>
                  </a:lnTo>
                  <a:lnTo>
                    <a:pt x="10205732" y="64770"/>
                  </a:lnTo>
                  <a:lnTo>
                    <a:pt x="10209606" y="71120"/>
                  </a:lnTo>
                  <a:lnTo>
                    <a:pt x="10213174" y="77470"/>
                  </a:lnTo>
                  <a:lnTo>
                    <a:pt x="10215148" y="81279"/>
                  </a:lnTo>
                  <a:lnTo>
                    <a:pt x="10170807" y="81279"/>
                  </a:lnTo>
                  <a:lnTo>
                    <a:pt x="10171353" y="82550"/>
                  </a:lnTo>
                  <a:close/>
                </a:path>
                <a:path w="10231120" h="814070">
                  <a:moveTo>
                    <a:pt x="59766" y="82550"/>
                  </a:moveTo>
                  <a:lnTo>
                    <a:pt x="60312" y="81279"/>
                  </a:lnTo>
                  <a:lnTo>
                    <a:pt x="60728" y="81279"/>
                  </a:lnTo>
                  <a:lnTo>
                    <a:pt x="59766" y="82550"/>
                  </a:lnTo>
                  <a:close/>
                </a:path>
                <a:path w="10231120" h="814070">
                  <a:moveTo>
                    <a:pt x="10177272" y="91439"/>
                  </a:moveTo>
                  <a:lnTo>
                    <a:pt x="10173906" y="86360"/>
                  </a:lnTo>
                  <a:lnTo>
                    <a:pt x="10174414" y="86360"/>
                  </a:lnTo>
                  <a:lnTo>
                    <a:pt x="10170807" y="81279"/>
                  </a:lnTo>
                  <a:lnTo>
                    <a:pt x="10215148" y="81279"/>
                  </a:lnTo>
                  <a:lnTo>
                    <a:pt x="10216464" y="83820"/>
                  </a:lnTo>
                  <a:lnTo>
                    <a:pt x="10219436" y="90170"/>
                  </a:lnTo>
                  <a:lnTo>
                    <a:pt x="10176802" y="90170"/>
                  </a:lnTo>
                  <a:lnTo>
                    <a:pt x="10177272" y="91439"/>
                  </a:lnTo>
                  <a:close/>
                </a:path>
                <a:path w="10231120" h="814070">
                  <a:moveTo>
                    <a:pt x="53848" y="91439"/>
                  </a:moveTo>
                  <a:lnTo>
                    <a:pt x="54317" y="90170"/>
                  </a:lnTo>
                  <a:lnTo>
                    <a:pt x="54689" y="90170"/>
                  </a:lnTo>
                  <a:lnTo>
                    <a:pt x="53848" y="91439"/>
                  </a:lnTo>
                  <a:close/>
                </a:path>
                <a:path w="10231120" h="814070">
                  <a:moveTo>
                    <a:pt x="10182437" y="100289"/>
                  </a:moveTo>
                  <a:lnTo>
                    <a:pt x="10182044" y="99805"/>
                  </a:lnTo>
                  <a:lnTo>
                    <a:pt x="10179481" y="95250"/>
                  </a:lnTo>
                  <a:lnTo>
                    <a:pt x="10179913" y="95250"/>
                  </a:lnTo>
                  <a:lnTo>
                    <a:pt x="10176802" y="90170"/>
                  </a:lnTo>
                  <a:lnTo>
                    <a:pt x="10219436" y="90170"/>
                  </a:lnTo>
                  <a:lnTo>
                    <a:pt x="10222103" y="96520"/>
                  </a:lnTo>
                  <a:lnTo>
                    <a:pt x="10222881" y="99060"/>
                  </a:lnTo>
                  <a:lnTo>
                    <a:pt x="10181932" y="99060"/>
                  </a:lnTo>
                  <a:lnTo>
                    <a:pt x="10182437" y="100289"/>
                  </a:lnTo>
                  <a:close/>
                </a:path>
                <a:path w="10231120" h="814070">
                  <a:moveTo>
                    <a:pt x="48803" y="100289"/>
                  </a:moveTo>
                  <a:lnTo>
                    <a:pt x="48881" y="99805"/>
                  </a:lnTo>
                  <a:lnTo>
                    <a:pt x="49187" y="99060"/>
                  </a:lnTo>
                  <a:lnTo>
                    <a:pt x="49495" y="99060"/>
                  </a:lnTo>
                  <a:lnTo>
                    <a:pt x="48803" y="100289"/>
                  </a:lnTo>
                  <a:close/>
                </a:path>
                <a:path w="10231120" h="814070">
                  <a:moveTo>
                    <a:pt x="10224439" y="709929"/>
                  </a:moveTo>
                  <a:lnTo>
                    <a:pt x="10184168" y="709929"/>
                  </a:lnTo>
                  <a:lnTo>
                    <a:pt x="10187147" y="701790"/>
                  </a:lnTo>
                  <a:lnTo>
                    <a:pt x="10187808" y="699735"/>
                  </a:lnTo>
                  <a:lnTo>
                    <a:pt x="10188260" y="698514"/>
                  </a:lnTo>
                  <a:lnTo>
                    <a:pt x="10188487" y="697628"/>
                  </a:lnTo>
                  <a:lnTo>
                    <a:pt x="10189324" y="694661"/>
                  </a:lnTo>
                  <a:lnTo>
                    <a:pt x="10189713" y="693430"/>
                  </a:lnTo>
                  <a:lnTo>
                    <a:pt x="10189868" y="692691"/>
                  </a:lnTo>
                  <a:lnTo>
                    <a:pt x="10190873" y="688339"/>
                  </a:lnTo>
                  <a:lnTo>
                    <a:pt x="10190683" y="688339"/>
                  </a:lnTo>
                  <a:lnTo>
                    <a:pt x="10191825" y="681991"/>
                  </a:lnTo>
                  <a:lnTo>
                    <a:pt x="10191878" y="681685"/>
                  </a:lnTo>
                  <a:lnTo>
                    <a:pt x="10192004" y="680720"/>
                  </a:lnTo>
                  <a:lnTo>
                    <a:pt x="10192411" y="678170"/>
                  </a:lnTo>
                  <a:lnTo>
                    <a:pt x="10192854" y="671829"/>
                  </a:lnTo>
                  <a:lnTo>
                    <a:pt x="10192905" y="142239"/>
                  </a:lnTo>
                  <a:lnTo>
                    <a:pt x="10192524" y="137355"/>
                  </a:lnTo>
                  <a:lnTo>
                    <a:pt x="10191871" y="132333"/>
                  </a:lnTo>
                  <a:lnTo>
                    <a:pt x="10190683" y="125729"/>
                  </a:lnTo>
                  <a:lnTo>
                    <a:pt x="10190873" y="125729"/>
                  </a:lnTo>
                  <a:lnTo>
                    <a:pt x="10189944" y="121655"/>
                  </a:lnTo>
                  <a:lnTo>
                    <a:pt x="10189881" y="121378"/>
                  </a:lnTo>
                  <a:lnTo>
                    <a:pt x="10188260" y="115555"/>
                  </a:lnTo>
                  <a:lnTo>
                    <a:pt x="10187797" y="114300"/>
                  </a:lnTo>
                  <a:lnTo>
                    <a:pt x="10186162" y="109220"/>
                  </a:lnTo>
                  <a:lnTo>
                    <a:pt x="10186027" y="109220"/>
                  </a:lnTo>
                  <a:lnTo>
                    <a:pt x="10184168" y="104139"/>
                  </a:lnTo>
                  <a:lnTo>
                    <a:pt x="10184034" y="104139"/>
                  </a:lnTo>
                  <a:lnTo>
                    <a:pt x="10182889" y="101307"/>
                  </a:lnTo>
                  <a:lnTo>
                    <a:pt x="10182456" y="100289"/>
                  </a:lnTo>
                  <a:lnTo>
                    <a:pt x="10182171" y="99805"/>
                  </a:lnTo>
                  <a:lnTo>
                    <a:pt x="10181932" y="99060"/>
                  </a:lnTo>
                  <a:lnTo>
                    <a:pt x="10222881" y="99060"/>
                  </a:lnTo>
                  <a:lnTo>
                    <a:pt x="10224439" y="104139"/>
                  </a:lnTo>
                  <a:lnTo>
                    <a:pt x="10184168" y="104139"/>
                  </a:lnTo>
                  <a:lnTo>
                    <a:pt x="10184621" y="105378"/>
                  </a:lnTo>
                  <a:lnTo>
                    <a:pt x="10224831" y="105378"/>
                  </a:lnTo>
                  <a:lnTo>
                    <a:pt x="10226045" y="109220"/>
                  </a:lnTo>
                  <a:lnTo>
                    <a:pt x="10186162" y="109220"/>
                  </a:lnTo>
                  <a:lnTo>
                    <a:pt x="10186563" y="110467"/>
                  </a:lnTo>
                  <a:lnTo>
                    <a:pt x="10226439" y="110467"/>
                  </a:lnTo>
                  <a:lnTo>
                    <a:pt x="10228110" y="118110"/>
                  </a:lnTo>
                  <a:lnTo>
                    <a:pt x="10229418" y="125729"/>
                  </a:lnTo>
                  <a:lnTo>
                    <a:pt x="10230201" y="132078"/>
                  </a:lnTo>
                  <a:lnTo>
                    <a:pt x="10230232" y="132333"/>
                  </a:lnTo>
                  <a:lnTo>
                    <a:pt x="10230358" y="133350"/>
                  </a:lnTo>
                  <a:lnTo>
                    <a:pt x="10230929" y="139700"/>
                  </a:lnTo>
                  <a:lnTo>
                    <a:pt x="10230929" y="674370"/>
                  </a:lnTo>
                  <a:lnTo>
                    <a:pt x="10230358" y="680720"/>
                  </a:lnTo>
                  <a:lnTo>
                    <a:pt x="10229418" y="688339"/>
                  </a:lnTo>
                  <a:lnTo>
                    <a:pt x="10228110" y="695960"/>
                  </a:lnTo>
                  <a:lnTo>
                    <a:pt x="10226446" y="703579"/>
                  </a:lnTo>
                  <a:lnTo>
                    <a:pt x="10224439" y="709929"/>
                  </a:lnTo>
                  <a:close/>
                </a:path>
                <a:path w="10231120" h="814070">
                  <a:moveTo>
                    <a:pt x="46596" y="105378"/>
                  </a:moveTo>
                  <a:lnTo>
                    <a:pt x="46951" y="104139"/>
                  </a:lnTo>
                  <a:lnTo>
                    <a:pt x="47104" y="104139"/>
                  </a:lnTo>
                  <a:lnTo>
                    <a:pt x="46596" y="105378"/>
                  </a:lnTo>
                  <a:close/>
                </a:path>
                <a:path w="10231120" h="814070">
                  <a:moveTo>
                    <a:pt x="45076" y="704806"/>
                  </a:moveTo>
                  <a:lnTo>
                    <a:pt x="44944" y="704806"/>
                  </a:lnTo>
                  <a:lnTo>
                    <a:pt x="44549" y="703579"/>
                  </a:lnTo>
                  <a:lnTo>
                    <a:pt x="45076" y="704806"/>
                  </a:lnTo>
                  <a:close/>
                </a:path>
                <a:path w="10231120" h="814070">
                  <a:moveTo>
                    <a:pt x="47085" y="709929"/>
                  </a:moveTo>
                  <a:lnTo>
                    <a:pt x="46951" y="709929"/>
                  </a:lnTo>
                  <a:lnTo>
                    <a:pt x="46498" y="708691"/>
                  </a:lnTo>
                  <a:lnTo>
                    <a:pt x="47085" y="709929"/>
                  </a:lnTo>
                  <a:close/>
                </a:path>
                <a:path w="10231120" h="814070">
                  <a:moveTo>
                    <a:pt x="10222881" y="715010"/>
                  </a:moveTo>
                  <a:lnTo>
                    <a:pt x="10181932" y="715010"/>
                  </a:lnTo>
                  <a:lnTo>
                    <a:pt x="10184523" y="708691"/>
                  </a:lnTo>
                  <a:lnTo>
                    <a:pt x="10184168" y="709929"/>
                  </a:lnTo>
                  <a:lnTo>
                    <a:pt x="10224439" y="709929"/>
                  </a:lnTo>
                  <a:lnTo>
                    <a:pt x="10222881" y="715010"/>
                  </a:lnTo>
                  <a:close/>
                </a:path>
                <a:path w="10231120" h="814070">
                  <a:moveTo>
                    <a:pt x="49495" y="715010"/>
                  </a:moveTo>
                  <a:lnTo>
                    <a:pt x="49187" y="715010"/>
                  </a:lnTo>
                  <a:lnTo>
                    <a:pt x="48948" y="714264"/>
                  </a:lnTo>
                  <a:lnTo>
                    <a:pt x="48682" y="713780"/>
                  </a:lnTo>
                  <a:lnTo>
                    <a:pt x="49075" y="714264"/>
                  </a:lnTo>
                  <a:lnTo>
                    <a:pt x="49495" y="715010"/>
                  </a:lnTo>
                  <a:close/>
                </a:path>
                <a:path w="10231120" h="814070">
                  <a:moveTo>
                    <a:pt x="10219436" y="723900"/>
                  </a:moveTo>
                  <a:lnTo>
                    <a:pt x="10176802" y="723900"/>
                  </a:lnTo>
                  <a:lnTo>
                    <a:pt x="10179913" y="718820"/>
                  </a:lnTo>
                  <a:lnTo>
                    <a:pt x="10179481" y="718820"/>
                  </a:lnTo>
                  <a:lnTo>
                    <a:pt x="10182316" y="713780"/>
                  </a:lnTo>
                  <a:lnTo>
                    <a:pt x="10182238" y="714264"/>
                  </a:lnTo>
                  <a:lnTo>
                    <a:pt x="10181932" y="715010"/>
                  </a:lnTo>
                  <a:lnTo>
                    <a:pt x="10222881" y="715010"/>
                  </a:lnTo>
                  <a:lnTo>
                    <a:pt x="10222103" y="717550"/>
                  </a:lnTo>
                  <a:lnTo>
                    <a:pt x="10219436" y="723900"/>
                  </a:lnTo>
                  <a:close/>
                </a:path>
                <a:path w="10231120" h="814070">
                  <a:moveTo>
                    <a:pt x="54689" y="723900"/>
                  </a:moveTo>
                  <a:lnTo>
                    <a:pt x="54317" y="723900"/>
                  </a:lnTo>
                  <a:lnTo>
                    <a:pt x="53848" y="722629"/>
                  </a:lnTo>
                  <a:lnTo>
                    <a:pt x="54689" y="723900"/>
                  </a:lnTo>
                  <a:close/>
                </a:path>
                <a:path w="10231120" h="814070">
                  <a:moveTo>
                    <a:pt x="10215148" y="732789"/>
                  </a:moveTo>
                  <a:lnTo>
                    <a:pt x="10170807" y="732789"/>
                  </a:lnTo>
                  <a:lnTo>
                    <a:pt x="10174414" y="727710"/>
                  </a:lnTo>
                  <a:lnTo>
                    <a:pt x="10173906" y="727710"/>
                  </a:lnTo>
                  <a:lnTo>
                    <a:pt x="10177272" y="722629"/>
                  </a:lnTo>
                  <a:lnTo>
                    <a:pt x="10176802" y="723900"/>
                  </a:lnTo>
                  <a:lnTo>
                    <a:pt x="10219436" y="723900"/>
                  </a:lnTo>
                  <a:lnTo>
                    <a:pt x="10216464" y="730250"/>
                  </a:lnTo>
                  <a:lnTo>
                    <a:pt x="10215148" y="732789"/>
                  </a:lnTo>
                  <a:close/>
                </a:path>
                <a:path w="10231120" h="814070">
                  <a:moveTo>
                    <a:pt x="60728" y="732789"/>
                  </a:moveTo>
                  <a:lnTo>
                    <a:pt x="60312" y="732789"/>
                  </a:lnTo>
                  <a:lnTo>
                    <a:pt x="59766" y="731520"/>
                  </a:lnTo>
                  <a:lnTo>
                    <a:pt x="60728" y="732789"/>
                  </a:lnTo>
                  <a:close/>
                </a:path>
                <a:path w="10231120" h="814070">
                  <a:moveTo>
                    <a:pt x="10204076" y="751839"/>
                  </a:moveTo>
                  <a:lnTo>
                    <a:pt x="10152456" y="751839"/>
                  </a:lnTo>
                  <a:lnTo>
                    <a:pt x="10157155" y="748029"/>
                  </a:lnTo>
                  <a:lnTo>
                    <a:pt x="10156482" y="748029"/>
                  </a:lnTo>
                  <a:lnTo>
                    <a:pt x="10160977" y="744220"/>
                  </a:lnTo>
                  <a:lnTo>
                    <a:pt x="10160342" y="744220"/>
                  </a:lnTo>
                  <a:lnTo>
                    <a:pt x="10164622" y="740410"/>
                  </a:lnTo>
                  <a:lnTo>
                    <a:pt x="10164013" y="740410"/>
                  </a:lnTo>
                  <a:lnTo>
                    <a:pt x="10168089" y="736600"/>
                  </a:lnTo>
                  <a:lnTo>
                    <a:pt x="10167505" y="736600"/>
                  </a:lnTo>
                  <a:lnTo>
                    <a:pt x="10171353" y="731520"/>
                  </a:lnTo>
                  <a:lnTo>
                    <a:pt x="10170807" y="732789"/>
                  </a:lnTo>
                  <a:lnTo>
                    <a:pt x="10215148" y="732789"/>
                  </a:lnTo>
                  <a:lnTo>
                    <a:pt x="10213174" y="736600"/>
                  </a:lnTo>
                  <a:lnTo>
                    <a:pt x="10209606" y="742950"/>
                  </a:lnTo>
                  <a:lnTo>
                    <a:pt x="10205732" y="749300"/>
                  </a:lnTo>
                  <a:lnTo>
                    <a:pt x="10204076" y="751839"/>
                  </a:lnTo>
                  <a:close/>
                </a:path>
                <a:path w="10231120" h="814070">
                  <a:moveTo>
                    <a:pt x="79595" y="751839"/>
                  </a:moveTo>
                  <a:lnTo>
                    <a:pt x="78663" y="751839"/>
                  </a:lnTo>
                  <a:lnTo>
                    <a:pt x="77965" y="750570"/>
                  </a:lnTo>
                  <a:lnTo>
                    <a:pt x="79595" y="751839"/>
                  </a:lnTo>
                  <a:close/>
                </a:path>
                <a:path w="10231120" h="814070">
                  <a:moveTo>
                    <a:pt x="10199389" y="758189"/>
                  </a:moveTo>
                  <a:lnTo>
                    <a:pt x="10143921" y="758189"/>
                  </a:lnTo>
                  <a:lnTo>
                    <a:pt x="10148989" y="754379"/>
                  </a:lnTo>
                  <a:lnTo>
                    <a:pt x="10148265" y="754379"/>
                  </a:lnTo>
                  <a:lnTo>
                    <a:pt x="10153154" y="750570"/>
                  </a:lnTo>
                  <a:lnTo>
                    <a:pt x="10152456" y="751839"/>
                  </a:lnTo>
                  <a:lnTo>
                    <a:pt x="10204076" y="751839"/>
                  </a:lnTo>
                  <a:lnTo>
                    <a:pt x="10201592" y="755650"/>
                  </a:lnTo>
                  <a:lnTo>
                    <a:pt x="10199389" y="758189"/>
                  </a:lnTo>
                  <a:close/>
                </a:path>
                <a:path w="10231120" h="814070">
                  <a:moveTo>
                    <a:pt x="88201" y="758189"/>
                  </a:moveTo>
                  <a:lnTo>
                    <a:pt x="87198" y="758189"/>
                  </a:lnTo>
                  <a:lnTo>
                    <a:pt x="86448" y="756920"/>
                  </a:lnTo>
                  <a:lnTo>
                    <a:pt x="88201" y="758189"/>
                  </a:lnTo>
                  <a:close/>
                </a:path>
                <a:path w="10231120" h="814070">
                  <a:moveTo>
                    <a:pt x="10186308" y="772160"/>
                  </a:moveTo>
                  <a:lnTo>
                    <a:pt x="10114940" y="772160"/>
                  </a:lnTo>
                  <a:lnTo>
                    <a:pt x="10120960" y="769620"/>
                  </a:lnTo>
                  <a:lnTo>
                    <a:pt x="10120083" y="769620"/>
                  </a:lnTo>
                  <a:lnTo>
                    <a:pt x="10125964" y="768350"/>
                  </a:lnTo>
                  <a:lnTo>
                    <a:pt x="10125100" y="768350"/>
                  </a:lnTo>
                  <a:lnTo>
                    <a:pt x="10130840" y="765810"/>
                  </a:lnTo>
                  <a:lnTo>
                    <a:pt x="10130002" y="765810"/>
                  </a:lnTo>
                  <a:lnTo>
                    <a:pt x="10135590" y="763270"/>
                  </a:lnTo>
                  <a:lnTo>
                    <a:pt x="10134777" y="763270"/>
                  </a:lnTo>
                  <a:lnTo>
                    <a:pt x="10140200" y="760729"/>
                  </a:lnTo>
                  <a:lnTo>
                    <a:pt x="10139413" y="760729"/>
                  </a:lnTo>
                  <a:lnTo>
                    <a:pt x="10144671" y="756920"/>
                  </a:lnTo>
                  <a:lnTo>
                    <a:pt x="10143921" y="758189"/>
                  </a:lnTo>
                  <a:lnTo>
                    <a:pt x="10199389" y="758189"/>
                  </a:lnTo>
                  <a:lnTo>
                    <a:pt x="10197185" y="760729"/>
                  </a:lnTo>
                  <a:lnTo>
                    <a:pt x="10192512" y="765810"/>
                  </a:lnTo>
                  <a:lnTo>
                    <a:pt x="10187597" y="770889"/>
                  </a:lnTo>
                  <a:lnTo>
                    <a:pt x="10186308" y="772160"/>
                  </a:lnTo>
                  <a:close/>
                </a:path>
                <a:path w="10231120" h="814070">
                  <a:moveTo>
                    <a:pt x="118351" y="772160"/>
                  </a:moveTo>
                  <a:lnTo>
                    <a:pt x="116179" y="772160"/>
                  </a:lnTo>
                  <a:lnTo>
                    <a:pt x="115277" y="770889"/>
                  </a:lnTo>
                  <a:lnTo>
                    <a:pt x="118351" y="772160"/>
                  </a:lnTo>
                  <a:close/>
                </a:path>
                <a:path w="10231120" h="814070">
                  <a:moveTo>
                    <a:pt x="10182440" y="775970"/>
                  </a:moveTo>
                  <a:lnTo>
                    <a:pt x="10098900" y="775970"/>
                  </a:lnTo>
                  <a:lnTo>
                    <a:pt x="10105288" y="774700"/>
                  </a:lnTo>
                  <a:lnTo>
                    <a:pt x="10104348" y="774700"/>
                  </a:lnTo>
                  <a:lnTo>
                    <a:pt x="10110622" y="773429"/>
                  </a:lnTo>
                  <a:lnTo>
                    <a:pt x="10109695" y="773429"/>
                  </a:lnTo>
                  <a:lnTo>
                    <a:pt x="10115842" y="770889"/>
                  </a:lnTo>
                  <a:lnTo>
                    <a:pt x="10114940" y="772160"/>
                  </a:lnTo>
                  <a:lnTo>
                    <a:pt x="10186308" y="772160"/>
                  </a:lnTo>
                  <a:lnTo>
                    <a:pt x="10182440" y="775970"/>
                  </a:lnTo>
                  <a:close/>
                </a:path>
                <a:path w="10231120" h="814070">
                  <a:moveTo>
                    <a:pt x="137744" y="775970"/>
                  </a:moveTo>
                  <a:lnTo>
                    <a:pt x="132219" y="775970"/>
                  </a:lnTo>
                  <a:lnTo>
                    <a:pt x="131267" y="774700"/>
                  </a:lnTo>
                  <a:lnTo>
                    <a:pt x="137744" y="775970"/>
                  </a:lnTo>
                  <a:close/>
                </a:path>
                <a:path w="10231120" h="814070">
                  <a:moveTo>
                    <a:pt x="10098900" y="775970"/>
                  </a:moveTo>
                  <a:lnTo>
                    <a:pt x="10093375" y="775970"/>
                  </a:lnTo>
                  <a:lnTo>
                    <a:pt x="10099852" y="774700"/>
                  </a:lnTo>
                  <a:lnTo>
                    <a:pt x="10098900" y="775970"/>
                  </a:lnTo>
                  <a:close/>
                </a:path>
              </a:pathLst>
            </a:custGeom>
            <a:solidFill>
              <a:srgbClr val="FF0000"/>
            </a:solidFill>
          </p:spPr>
          <p:txBody>
            <a:bodyPr wrap="square" lIns="0" tIns="0" rIns="0" bIns="0" rtlCol="0"/>
            <a:lstStyle/>
            <a:p>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04664" y="686662"/>
            <a:ext cx="9793087" cy="609000"/>
          </a:xfrm>
          <a:prstGeom prst="rect">
            <a:avLst/>
          </a:prstGeom>
        </p:spPr>
        <p:txBody>
          <a:bodyPr vert="horz" wrap="square" lIns="0" tIns="54470" rIns="0" bIns="0" rtlCol="0">
            <a:spAutoFit/>
          </a:bodyPr>
          <a:lstStyle/>
          <a:p>
            <a:pPr marL="2113280">
              <a:lnSpc>
                <a:spcPct val="100000"/>
              </a:lnSpc>
              <a:spcBef>
                <a:spcPts val="100"/>
              </a:spcBef>
            </a:pPr>
            <a:r>
              <a:rPr dirty="0"/>
              <a:t>Query</a:t>
            </a:r>
            <a:r>
              <a:rPr spc="-40" dirty="0"/>
              <a:t> </a:t>
            </a:r>
            <a:r>
              <a:rPr dirty="0"/>
              <a:t>and</a:t>
            </a:r>
            <a:r>
              <a:rPr spc="-40" dirty="0"/>
              <a:t> </a:t>
            </a:r>
            <a:r>
              <a:rPr dirty="0"/>
              <a:t>Assistance</a:t>
            </a:r>
            <a:r>
              <a:rPr spc="-35" dirty="0"/>
              <a:t> </a:t>
            </a:r>
            <a:r>
              <a:rPr spc="-20" dirty="0"/>
              <a:t>Zone</a:t>
            </a:r>
          </a:p>
        </p:txBody>
      </p:sp>
      <p:pic>
        <p:nvPicPr>
          <p:cNvPr id="3" name="object 3"/>
          <p:cNvPicPr/>
          <p:nvPr/>
        </p:nvPicPr>
        <p:blipFill>
          <a:blip r:embed="rId2" cstate="print"/>
          <a:stretch>
            <a:fillRect/>
          </a:stretch>
        </p:blipFill>
        <p:spPr>
          <a:xfrm>
            <a:off x="395536" y="21206"/>
            <a:ext cx="6624736" cy="563879"/>
          </a:xfrm>
          <a:prstGeom prst="rect">
            <a:avLst/>
          </a:prstGeom>
        </p:spPr>
      </p:pic>
      <p:pic>
        <p:nvPicPr>
          <p:cNvPr id="4" name="object 4"/>
          <p:cNvPicPr/>
          <p:nvPr/>
        </p:nvPicPr>
        <p:blipFill>
          <a:blip r:embed="rId3" cstate="print"/>
          <a:stretch>
            <a:fillRect/>
          </a:stretch>
        </p:blipFill>
        <p:spPr>
          <a:xfrm>
            <a:off x="1159003" y="1319783"/>
            <a:ext cx="7087742" cy="5173292"/>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E77E8E6-2A01-7E67-8511-21ABDB705D6B}"/>
              </a:ext>
            </a:extLst>
          </p:cNvPr>
          <p:cNvPicPr>
            <a:picLocks noChangeAspect="1"/>
          </p:cNvPicPr>
          <p:nvPr/>
        </p:nvPicPr>
        <p:blipFill>
          <a:blip r:embed="rId2"/>
          <a:stretch>
            <a:fillRect/>
          </a:stretch>
        </p:blipFill>
        <p:spPr>
          <a:xfrm>
            <a:off x="2339752" y="692696"/>
            <a:ext cx="3303089" cy="4854294"/>
          </a:xfrm>
          <a:prstGeom prst="rect">
            <a:avLst/>
          </a:prstGeom>
        </p:spPr>
      </p:pic>
    </p:spTree>
    <p:extLst>
      <p:ext uri="{BB962C8B-B14F-4D97-AF65-F5344CB8AC3E}">
        <p14:creationId xmlns:p14="http://schemas.microsoft.com/office/powerpoint/2010/main" val="1526782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Box 1"/>
          <p:cNvSpPr txBox="1"/>
          <p:nvPr/>
        </p:nvSpPr>
        <p:spPr>
          <a:xfrm>
            <a:off x="1943101" y="3124200"/>
            <a:ext cx="5531644" cy="1016000"/>
          </a:xfrm>
          <a:prstGeom prst="rect">
            <a:avLst/>
          </a:prstGeom>
          <a:noFill/>
          <a:ln w="9525">
            <a:noFill/>
          </a:ln>
        </p:spPr>
        <p:txBody>
          <a:bodyPr>
            <a:spAutoFit/>
          </a:bodyPr>
          <a:lstStyle/>
          <a:p>
            <a:pPr algn="ctr">
              <a:spcBef>
                <a:spcPts val="375"/>
              </a:spcBef>
              <a:spcAft>
                <a:spcPts val="800"/>
              </a:spcAft>
            </a:pPr>
            <a:r>
              <a:rPr lang="en-US" altLang="en-US" sz="6000" dirty="0">
                <a:latin typeface="Times New Roman" panose="02020603050405020304" pitchFamily="18" charset="0"/>
                <a:cs typeface="Times New Roman" panose="02020603050405020304" pitchFamily="18" charset="0"/>
              </a:rPr>
              <a:t>Thank You</a:t>
            </a:r>
            <a:endParaRPr lang="en-US" altLang="en-US" sz="6000" dirty="0">
              <a:latin typeface="Times New Roman" panose="02020603050405020304" pitchFamily="18" charset="0"/>
              <a:ea typeface="Calibri" pitchFamily="34" charset="0"/>
              <a:cs typeface="Times New Roman" panose="02020603050405020304" pitchFamily="18" charset="0"/>
            </a:endParaRPr>
          </a:p>
        </p:txBody>
      </p:sp>
    </p:spTree>
    <p:extLst>
      <p:ext uri="{BB962C8B-B14F-4D97-AF65-F5344CB8AC3E}">
        <p14:creationId xmlns:p14="http://schemas.microsoft.com/office/powerpoint/2010/main" val="2691615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983</TotalTime>
  <Words>2179</Words>
  <Application>Microsoft Office PowerPoint</Application>
  <PresentationFormat>On-screen Show (4:3)</PresentationFormat>
  <Paragraphs>286</Paragraphs>
  <Slides>41</Slides>
  <Notes>13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41</vt:i4>
      </vt:variant>
    </vt:vector>
  </HeadingPairs>
  <TitlesOfParts>
    <vt:vector size="53" baseType="lpstr">
      <vt:lpstr>Arial</vt:lpstr>
      <vt:lpstr>Arial MT</vt:lpstr>
      <vt:lpstr>Calibri</vt:lpstr>
      <vt:lpstr>Comic Sans MS</vt:lpstr>
      <vt:lpstr>Microsoft Sans Serif</vt:lpstr>
      <vt:lpstr>Segoe UI</vt:lpstr>
      <vt:lpstr>Times New Roman</vt:lpstr>
      <vt:lpstr>Trebuchet MS</vt:lpstr>
      <vt:lpstr>Tw Cen MT</vt:lpstr>
      <vt:lpstr>Tw Cen MT Condensed Extra Bold</vt:lpstr>
      <vt:lpstr>Wingdings</vt:lpstr>
      <vt:lpstr>Office Theme</vt:lpstr>
      <vt:lpstr>CSE332</vt:lpstr>
      <vt:lpstr>Course Details</vt:lpstr>
      <vt:lpstr>Vision</vt:lpstr>
      <vt:lpstr>Mission</vt:lpstr>
      <vt:lpstr>Course Outcomes</vt:lpstr>
      <vt:lpstr>Program Outcomes</vt:lpstr>
      <vt:lpstr>Program Outcomes</vt:lpstr>
      <vt:lpstr>Program Outcomes</vt:lpstr>
      <vt:lpstr>Program Specific Outcome</vt:lpstr>
      <vt:lpstr>PowerPoint Presentation</vt:lpstr>
      <vt:lpstr>Course Contents</vt:lpstr>
      <vt:lpstr>Course Contents</vt:lpstr>
      <vt:lpstr>Course Assessment Model</vt:lpstr>
      <vt:lpstr>Detail of Academic Tasks</vt:lpstr>
      <vt:lpstr> Cohort</vt:lpstr>
      <vt:lpstr>SkillSet</vt:lpstr>
      <vt:lpstr>Text /Reference Book</vt:lpstr>
      <vt:lpstr>UNIT 1: ETHICS</vt:lpstr>
      <vt:lpstr>UNIT 2: INTELLECTUAL PROPERTIES</vt:lpstr>
      <vt:lpstr>UNIT 3: GOVERNMENT FUNDING AND SCHEMES FOR STARTUPS</vt:lpstr>
      <vt:lpstr>UNIT 4: STARTUP IN IT</vt:lpstr>
      <vt:lpstr>UNIT 5: COMPANIES</vt:lpstr>
      <vt:lpstr>UNIT 6: LEGAL, ETHICAL AND PROFESSIONAL ISSUES IN INFORMATION SECURITY</vt:lpstr>
      <vt:lpstr>PowerPoint Presentation</vt:lpstr>
      <vt:lpstr>EDUCATION REVOLUTION @</vt:lpstr>
      <vt:lpstr>THEME OF EDUCATION REVOLUTION</vt:lpstr>
      <vt:lpstr>The Beginning: BE THE CHANGE</vt:lpstr>
      <vt:lpstr>  EDU-REVOLUTION INTERFACE</vt:lpstr>
      <vt:lpstr>EDU-REVOLUTION INTERFACE</vt:lpstr>
      <vt:lpstr>EDU-REVOLUTION INTERFACE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Query and Assistance Zone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Languages and Finite Automata</dc:title>
  <dc:creator>Costas Busch</dc:creator>
  <cp:lastModifiedBy>sukhwinder kaur</cp:lastModifiedBy>
  <cp:revision>68</cp:revision>
  <dcterms:created xsi:type="dcterms:W3CDTF">2024-07-09T06:59:11Z</dcterms:created>
  <dcterms:modified xsi:type="dcterms:W3CDTF">2026-01-26T13:47:23Z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2024-01-12T00:00:00Z</vt:filetime>
  </property>
  <property fmtid="{D5CDD505-2E9C-101B-9397-08002B2CF9AE}" pid="3" name="Creator">
    <vt:lpwstr>Microsoft® Office PowerPoint® 2007</vt:lpwstr>
  </property>
  <property fmtid="{D5CDD505-2E9C-101B-9397-08002B2CF9AE}" pid="4" name="LastSaved">
    <vt:filetime>2024-07-09T00:00:00Z</vt:filetime>
  </property>
</Properties>
</file>