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3400" y="3021909"/>
            <a:ext cx="8077200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Arial MT"/>
                <a:cs typeface="Arial MT"/>
              </a:rPr>
              <a:t>Product Based and Service Based IT Companies , Marketing plan ,Operational Plan , Management and Organization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882574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Based Companies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sell software-based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heavily in R&amp;D and innovation.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 revenue from licensing and subscriptions.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scalability, automation,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loyalty depends on product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 Based Companies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IT services and consulting globally.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on client-specific software solutions.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depends on contracts and projects.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workforce is crucial for success.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solutions meet client requirements.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32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2274838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document/blueprint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 a business advertising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coming year.</a:t>
            </a:r>
          </a:p>
        </p:txBody>
      </p:sp>
    </p:spTree>
    <p:extLst>
      <p:ext uri="{BB962C8B-B14F-4D97-AF65-F5344CB8AC3E}">
        <p14:creationId xmlns:p14="http://schemas.microsoft.com/office/powerpoint/2010/main" val="119360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219200"/>
            <a:ext cx="85344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goals, audience, and key strategies.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digital and offline presence.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brand awareness and customer engagement.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trends to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competitors' strategies.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success using key performance indicators.</a:t>
            </a:r>
          </a:p>
        </p:txBody>
      </p:sp>
    </p:spTree>
    <p:extLst>
      <p:ext uri="{BB962C8B-B14F-4D97-AF65-F5344CB8AC3E}">
        <p14:creationId xmlns:p14="http://schemas.microsoft.com/office/powerpoint/2010/main" val="313116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Plan- Target Market Analysis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838200"/>
            <a:ext cx="807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industries need IT-based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pain points and expectations.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audience based on demographics and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market trends and emerging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marketing strategies with audience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405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Strategy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143000"/>
            <a:ext cx="8305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content marketing for brand authority.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email marketing for lead nurturing.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customers through social media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optimize campaigns continuously.</a:t>
            </a:r>
          </a:p>
        </p:txBody>
      </p:sp>
    </p:spTree>
    <p:extLst>
      <p:ext uri="{BB962C8B-B14F-4D97-AF65-F5344CB8AC3E}">
        <p14:creationId xmlns:p14="http://schemas.microsoft.com/office/powerpoint/2010/main" val="81579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Lead Generation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9906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strong inbound and outbound strategies.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landing pages for better conversions.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free trials or demos strategically.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CRM tools for tracking leads efficiently.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follow-ups to increase engagement.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ROI and improve sales tactics</a:t>
            </a:r>
          </a:p>
        </p:txBody>
      </p:sp>
    </p:spTree>
    <p:extLst>
      <p:ext uri="{BB962C8B-B14F-4D97-AF65-F5344CB8AC3E}">
        <p14:creationId xmlns:p14="http://schemas.microsoft.com/office/powerpoint/2010/main" val="3905976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86800" cy="958774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Customer Engagement and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774" y="1371600"/>
            <a:ext cx="838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excellent support for client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AI-driven </a:t>
            </a:r>
            <a:r>
              <a:rPr lang="en-IN" sz="3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quick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communication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brand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service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long-term relationships for brand loyalty.</a:t>
            </a:r>
          </a:p>
        </p:txBody>
      </p:sp>
    </p:spTree>
    <p:extLst>
      <p:ext uri="{BB962C8B-B14F-4D97-AF65-F5344CB8AC3E}">
        <p14:creationId xmlns:p14="http://schemas.microsoft.com/office/powerpoint/2010/main" val="117382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 and Optimization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1122" y="1447800"/>
            <a:ext cx="8458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key metrics using 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analytics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Monitor website traffic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conversion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marketing spend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ROI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Refine strategies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customer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Stay updated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industry trends regularly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673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Operational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1122" y="1447800"/>
            <a:ext cx="8458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detailed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provides a clear picture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how a team, section or department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contribute to achievement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organisation's goals.</a:t>
            </a:r>
          </a:p>
        </p:txBody>
      </p:sp>
    </p:spTree>
    <p:extLst>
      <p:ext uri="{BB962C8B-B14F-4D97-AF65-F5344CB8AC3E}">
        <p14:creationId xmlns:p14="http://schemas.microsoft.com/office/powerpoint/2010/main" val="156305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Operational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849731"/>
            <a:ext cx="8686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company processes, workflows, and execution.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efficiency, productivity, and goal alignment.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resource management and daily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risk assessment and contingency planning.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workforce for maximum output efficiency.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performance using key operational metrics.</a:t>
            </a:r>
          </a:p>
        </p:txBody>
      </p:sp>
    </p:spTree>
    <p:extLst>
      <p:ext uri="{BB962C8B-B14F-4D97-AF65-F5344CB8AC3E}">
        <p14:creationId xmlns:p14="http://schemas.microsoft.com/office/powerpoint/2010/main" val="284101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Business Process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066800"/>
            <a:ext cx="83058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workflows for smooth project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agile or waterfall development methodologies.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automation for increased operational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seamless coordination across business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review and refine existing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 through better service.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4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Resource Allocation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583" y="990600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resources based on project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manpower for cost-effective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cloud computing for scalable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budget control for operational sustainability.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backup systems for disaster recovery.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downtime through proactive resource planning.</a:t>
            </a:r>
          </a:p>
        </p:txBody>
      </p:sp>
    </p:spTree>
    <p:extLst>
      <p:ext uri="{BB962C8B-B14F-4D97-AF65-F5344CB8AC3E}">
        <p14:creationId xmlns:p14="http://schemas.microsoft.com/office/powerpoint/2010/main" val="393479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Technology and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31913" y="1143000"/>
            <a:ext cx="86106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secure and scalable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IT infrastructure supports business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upgrade hardware and software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cybersecurity measures for data protection.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AI and automation for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performance and prevent failures.</a:t>
            </a:r>
          </a:p>
        </p:txBody>
      </p:sp>
    </p:spTree>
    <p:extLst>
      <p:ext uri="{BB962C8B-B14F-4D97-AF65-F5344CB8AC3E}">
        <p14:creationId xmlns:p14="http://schemas.microsoft.com/office/powerpoint/2010/main" val="519295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Risk Management and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713" y="1143000"/>
            <a:ext cx="8839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risks in business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contingency plans for risk mitigation.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 with legal IT regulations.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regular audits for process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data protection and cybersecurity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employees on security and compliance.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4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98488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Performance Monitoring and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operational KPIs for business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team efficiency and project timelines.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 analytics for process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update workflows for better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innovation for operational excellence.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strategies and optimize for success.</a:t>
            </a:r>
          </a:p>
        </p:txBody>
      </p:sp>
    </p:spTree>
    <p:extLst>
      <p:ext uri="{BB962C8B-B14F-4D97-AF65-F5344CB8AC3E}">
        <p14:creationId xmlns:p14="http://schemas.microsoft.com/office/powerpoint/2010/main" val="17606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Management and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Management Team :-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Founders &amp; core executives.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Industry experience overview.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Leadership team expertise.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Key responsibilities assigned.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Growth &amp; vision alignment.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Advisors &amp; mentors onboard.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268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Management and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Organizational Structure:-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Startup type &amp;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Hierarchical team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Key departments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Roles &amp; responsibilities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Operational workflow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Decision-making authority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4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707</Words>
  <Application>Microsoft Office PowerPoint</Application>
  <PresentationFormat>On-screen Show (4:3)</PresentationFormat>
  <Paragraphs>121</Paragraphs>
  <Slides>19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Arial MT</vt:lpstr>
      <vt:lpstr>Times New Roman</vt:lpstr>
      <vt:lpstr>Office Theme</vt:lpstr>
      <vt:lpstr>CSE332 Industrial Ethics and Legal Issues</vt:lpstr>
      <vt:lpstr>Product Based Companies</vt:lpstr>
      <vt:lpstr>Service  Based Companies</vt:lpstr>
      <vt:lpstr>Marketing Plan</vt:lpstr>
      <vt:lpstr>Marketing Plan</vt:lpstr>
      <vt:lpstr>Marketing Plan- Target Market Analysis</vt:lpstr>
      <vt:lpstr>Digital Marketing Strategy</vt:lpstr>
      <vt:lpstr>Sales and Lead Generation</vt:lpstr>
      <vt:lpstr>Customer Engagement and Retention</vt:lpstr>
      <vt:lpstr>Performance Measurement and Optimization</vt:lpstr>
      <vt:lpstr>Operational Plan</vt:lpstr>
      <vt:lpstr>Operational Plan</vt:lpstr>
      <vt:lpstr>Business Process Management</vt:lpstr>
      <vt:lpstr>Resource Allocation Strategy</vt:lpstr>
      <vt:lpstr>Technology and Infrastructure</vt:lpstr>
      <vt:lpstr>Risk Management and Compliance</vt:lpstr>
      <vt:lpstr>Performance Monitoring and Optimization</vt:lpstr>
      <vt:lpstr>Management and Organization</vt:lpstr>
      <vt:lpstr>Management and Organization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Hp</cp:lastModifiedBy>
  <cp:revision>20</cp:revision>
  <dcterms:created xsi:type="dcterms:W3CDTF">2025-01-19T10:10:46Z</dcterms:created>
  <dcterms:modified xsi:type="dcterms:W3CDTF">2025-04-02T04:06:40Z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